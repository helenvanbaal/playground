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58"/>
  </p:notesMasterIdLst>
  <p:handoutMasterIdLst>
    <p:handoutMasterId r:id="rId59"/>
  </p:handoutMasterIdLst>
  <p:sldIdLst>
    <p:sldId id="256" r:id="rId18"/>
    <p:sldId id="257" r:id="rId19"/>
    <p:sldId id="258" r:id="rId20"/>
    <p:sldId id="259" r:id="rId21"/>
  </p:sldIdLst>
  <p:sldSz cx="12192000" cy="6858000"/>
  <p:notesSz cx="6858000" cy="9144000"/>
  <p:embeddedFontLst>
    <p:embeddedFont>
      <p:font typeface="Noto IKEA Latin" panose="020B0604020202020204" charset="0"/>
      <p:regular r:id="rId60"/>
      <p:bold r:id="rId61"/>
      <p:italic r:id="rId62"/>
      <p:boldItalic r:id="rId6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out this template" id="{814602E2-5560-0C42-A29E-E046A5D78F42}">
          <p14:sldIdLst>
            <p14:sldId id="410"/>
            <p14:sldId id="411"/>
            <p14:sldId id="412"/>
          </p14:sldIdLst>
        </p14:section>
        <p14:section name="Template pages" id="{0448E4D9-A1A2-45B2-87B6-3A0436F4B6AA}">
          <p14:sldIdLst>
            <p14:sldId id="404"/>
            <p14:sldId id="351"/>
            <p14:sldId id="392"/>
            <p14:sldId id="395"/>
            <p14:sldId id="358"/>
            <p14:sldId id="359"/>
            <p14:sldId id="360"/>
            <p14:sldId id="361"/>
            <p14:sldId id="362"/>
            <p14:sldId id="363"/>
            <p14:sldId id="408"/>
            <p14:sldId id="364"/>
            <p14:sldId id="365"/>
            <p14:sldId id="366"/>
            <p14:sldId id="367"/>
            <p14:sldId id="368"/>
            <p14:sldId id="369"/>
            <p14:sldId id="397"/>
            <p14:sldId id="393"/>
            <p14:sldId id="370"/>
            <p14:sldId id="371"/>
            <p14:sldId id="413"/>
            <p14:sldId id="390"/>
            <p14:sldId id="372"/>
            <p14:sldId id="373"/>
            <p14:sldId id="374"/>
            <p14:sldId id="375"/>
            <p14:sldId id="376"/>
            <p14:sldId id="377"/>
            <p14:sldId id="378"/>
            <p14:sldId id="384"/>
            <p14:sldId id="394"/>
            <p14:sldId id="406"/>
            <p14:sldId id="405"/>
            <p14:sldId id="407"/>
            <p14:sldId id="381"/>
            <p14:sldId id="396"/>
            <p14:sldId id="401"/>
            <p14:sldId id="398"/>
            <p14:sldId id="399"/>
            <p14:sldId id="400"/>
          </p14:sldIdLst>
        </p14:section>
        <p14:section name="Visual assets" id="{529B9C3E-4778-41B7-92F0-5DE69C503A19}">
          <p14:sldIdLst>
            <p14:sldId id="391"/>
            <p14:sldId id="402"/>
            <p14:sldId id="350"/>
            <p14:sldId id="357"/>
            <p14:sldId id="356"/>
            <p14:sldId id="385"/>
            <p14:sldId id="389"/>
            <p14:sldId id="388"/>
            <p14:sldId id="386"/>
          </p14:sldIdLst>
        </p14:section>
      </p14:sectionLst>
    </p:ext>
    <p:ext uri="{EFAFB233-063F-42B5-8137-9DF3F51BA10A}">
      <p15:sldGuideLst xmlns:p15="http://schemas.microsoft.com/office/powerpoint/2012/main">
        <p15:guide id="4" pos="3840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00314B-040D-56F5-9C4E-628B9199CE92}" name="Mathias Worbin" initials="MW" userId="S::mathias.worbin@ingka.com::1c982b0d-c18a-44ff-9015-0a3e8d6b00ac" providerId="AD"/>
  <p188:author id="{51173177-A03A-0DA3-DD92-FDF8FDD2D71F}" name="Henrik Falck" initials="HF" userId="S::henrik.falck1@ingka.ikea.com::2006f93d-513f-4438-94c4-1bc0bfe682d7" providerId="AD"/>
  <p188:author id="{7D5013AB-1791-9264-2583-3E63B74387AB}" name="Billy Morén" initials="BM" userId="S::billy.moren2@ingka.ikea.com::ea0727e9-0d84-4983-a704-71839fe72dc0" providerId="AD"/>
  <p188:author id="{C4C010AE-F081-DB15-4A45-779F3227E950}" name="Titti Duong Lindvall" initials="TD" userId="S::titti.duong@ingka.ikea.com::73dd8321-6012-476a-b5d2-6b1908a94d79" providerId="AD"/>
  <p188:author id="{6AF132B5-EE29-AB40-DB8C-293C18F2766B}" name="Philipp Herr" initials="PH" userId="S::philipp.herr@ingka.ikea.com::774fe1e3-8dd9-4d46-8a3c-54264af9e1a4" providerId="AD"/>
  <p188:author id="{9386DAB5-43A1-1D19-0FE4-D370340DE975}" name="Mattias Jöngard" initials="MJ" userId="S::mattias.jongard@ingka.ikea.com::5a61253b-bbff-4c96-9e79-b83e48e59fa8" providerId="AD"/>
  <p188:author id="{28BAAAD6-DA79-CA54-CE66-53E1BB92390E}" name="Wim Blaauw" initials="WB" userId="S::wim.blaauw2@ingka.ikea.com::2542479d-2e9d-4b39-95d8-87a521b8c321" providerId="AD"/>
  <p188:author id="{7C9323ED-56B0-0AD0-004B-D871BF99AFC2}" name="Tommy Carlsson" initials="" userId="S::tommy.carlsson@ingka.ikea.com::3ebab05e-29ac-4e13-88c6-32ea76f56e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A3"/>
    <a:srgbClr val="FFDB00"/>
    <a:srgbClr val="FF4405"/>
    <a:srgbClr val="CCCCCC"/>
    <a:srgbClr val="92D050"/>
    <a:srgbClr val="FF9393"/>
    <a:srgbClr val="939598"/>
    <a:srgbClr val="D1D2D4"/>
    <a:srgbClr val="CA5008"/>
    <a:srgbClr val="636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DC44FF-9B55-4817-8B35-44CD6E4EA08F}" v="1" dt="2026-10-01T11:14:5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68" Type="http://schemas.microsoft.com/office/2016/11/relationships/changesInfo" Target="changesInfos/changesInfo1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Axholt" userId="20ef47de-28bd-48b0-b479-c82df83610de" providerId="ADAL" clId="{6EDADB88-2B0E-4EBE-AD8D-5ACE11E33793}"/>
    <pc:docChg chg="modSld">
      <pc:chgData name="Anton Axholt" userId="20ef47de-28bd-48b0-b479-c82df83610de" providerId="ADAL" clId="{6EDADB88-2B0E-4EBE-AD8D-5ACE11E33793}" dt="2026-10-01T11:14:50.227" v="0" actId="207"/>
      <pc:docMkLst>
        <pc:docMk/>
      </pc:docMkLst>
      <pc:sldChg chg="modSp mod">
        <pc:chgData name="Anton Axholt" userId="20ef47de-28bd-48b0-b479-c82df83610de" providerId="ADAL" clId="{6EDADB88-2B0E-4EBE-AD8D-5ACE11E33793}" dt="2026-10-01T11:14:50.227" v="0" actId="207"/>
        <pc:sldMkLst>
          <pc:docMk/>
          <pc:sldMk cId="401602323" sldId="402"/>
        </pc:sldMkLst>
        <pc:spChg chg="mod">
          <ac:chgData name="Anton Axholt" userId="20ef47de-28bd-48b0-b479-c82df83610de" providerId="ADAL" clId="{6EDADB88-2B0E-4EBE-AD8D-5ACE11E33793}" dt="2026-10-01T11:14:50.227" v="0" actId="207"/>
          <ac:spMkLst>
            <pc:docMk/>
            <pc:sldMk cId="401602323" sldId="402"/>
            <ac:spMk id="8" creationId="{B8CBE538-D32D-FBB3-52E4-AD3932CD4F9A}"/>
          </ac:spMkLst>
        </pc:spChg>
      </pc:sldChg>
    </pc:docChg>
  </pc:docChgLst>
  <pc:docChgLst>
    <pc:chgData name="Philipp Herr" userId="774fe1e3-8dd9-4d46-8a3c-54264af9e1a4" providerId="ADAL" clId="{967365E5-AFF5-48C1-96F7-1F828A98674B}"/>
    <pc:docChg chg="addSld delSld modSld modSection">
      <pc:chgData name="Philipp Herr" userId="774fe1e3-8dd9-4d46-8a3c-54264af9e1a4" providerId="ADAL" clId="{967365E5-AFF5-48C1-96F7-1F828A98674B}" dt="2026-09-30T09:44:03.234" v="9"/>
      <pc:docMkLst>
        <pc:docMk/>
      </pc:docMkLst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520896850" sldId="25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32036152" sldId="257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852726479" sldId="258"/>
        </pc:sldMkLst>
      </pc:sldChg>
      <pc:sldChg chg="add del setBg">
        <pc:chgData name="Philipp Herr" userId="774fe1e3-8dd9-4d46-8a3c-54264af9e1a4" providerId="ADAL" clId="{967365E5-AFF5-48C1-96F7-1F828A98674B}" dt="2026-09-30T09:43:03.780" v="7"/>
        <pc:sldMkLst>
          <pc:docMk/>
          <pc:sldMk cId="4275224294" sldId="25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208934939" sldId="25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821297722" sldId="26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911626114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172501966" sldId="26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0010143" sldId="2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67794351" sldId="26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7740907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53154689" sldId="2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30296658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47609292" sldId="26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305666520" sldId="26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2595150" sldId="27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07895290" sldId="2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5731989" sldId="28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609028388" sldId="28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124990454" sldId="285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576948933" sldId="28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2297405192" sldId="288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83288169" sldId="289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341856187" sldId="291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85599120" sldId="29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16267988" sldId="296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399458358" sldId="30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83881097" sldId="302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480095381" sldId="303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766848952" sldId="304"/>
        </pc:sldMkLst>
      </pc:sldChg>
      <pc:sldChg chg="modSp mod">
        <pc:chgData name="Philipp Herr" userId="774fe1e3-8dd9-4d46-8a3c-54264af9e1a4" providerId="ADAL" clId="{967365E5-AFF5-48C1-96F7-1F828A98674B}" dt="2026-09-30T07:08:29.855" v="1" actId="20577"/>
        <pc:sldMkLst>
          <pc:docMk/>
          <pc:sldMk cId="2436366425" sldId="388"/>
        </pc:sldMkLst>
        <pc:spChg chg="mod">
          <ac:chgData name="Philipp Herr" userId="774fe1e3-8dd9-4d46-8a3c-54264af9e1a4" providerId="ADAL" clId="{967365E5-AFF5-48C1-96F7-1F828A98674B}" dt="2026-09-30T07:08:29.855" v="1" actId="20577"/>
          <ac:spMkLst>
            <pc:docMk/>
            <pc:sldMk cId="2436366425" sldId="388"/>
            <ac:spMk id="72" creationId="{BD39BAB5-468D-0FD0-4F26-58F906AF3070}"/>
          </ac:spMkLst>
        </pc:spChg>
      </pc:sldChg>
      <pc:sldChg chg="add del">
        <pc:chgData name="Philipp Herr" userId="774fe1e3-8dd9-4d46-8a3c-54264af9e1a4" providerId="ADAL" clId="{967365E5-AFF5-48C1-96F7-1F828A98674B}" dt="2026-09-30T07:50:42.816" v="5" actId="47"/>
        <pc:sldMkLst>
          <pc:docMk/>
          <pc:sldMk cId="135725228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41156834" sldId="41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304880582" sldId="41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753308429" sldId="41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955102862" sldId="41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25185063" sldId="5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985223677" sldId="62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857872968" sldId="214747136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969966364" sldId="214747623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362817111" sldId="214747923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875012113" sldId="214747928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373157010" sldId="214748356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1639882996" sldId="214748356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27271905" sldId="214748356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900349309" sldId="214748356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410484034" sldId="2147483570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2532219710" sldId="2147483571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02056924" sldId="2147483572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538080505" sldId="2147483573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058646992" sldId="2147483574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137207815" sldId="2147483575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485854454" sldId="2147483576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048490633" sldId="2147483577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883386044" sldId="2147483578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3239974858" sldId="2147483579"/>
        </pc:sldMkLst>
      </pc:sldChg>
      <pc:sldChg chg="add del">
        <pc:chgData name="Philipp Herr" userId="774fe1e3-8dd9-4d46-8a3c-54264af9e1a4" providerId="ADAL" clId="{967365E5-AFF5-48C1-96F7-1F828A98674B}" dt="2026-09-30T09:43:03.780" v="7"/>
        <pc:sldMkLst>
          <pc:docMk/>
          <pc:sldMk cId="794797204" sldId="2147483580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3946391687" sldId="2147483634"/>
        </pc:sldMkLst>
      </pc:sldChg>
      <pc:sldChg chg="add del">
        <pc:chgData name="Philipp Herr" userId="774fe1e3-8dd9-4d46-8a3c-54264af9e1a4" providerId="ADAL" clId="{967365E5-AFF5-48C1-96F7-1F828A98674B}" dt="2026-09-30T09:44:03.234" v="9"/>
        <pc:sldMkLst>
          <pc:docMk/>
          <pc:sldMk cId="1763184246" sldId="2147483647"/>
        </pc:sldMkLst>
      </pc:sldChg>
    </pc:docChg>
  </pc:docChgLst>
  <pc:docChgLst>
    <pc:chgData name="Mikael Sjögren" userId="1342f193-130d-4112-8fec-a785b5d43ea1" providerId="ADAL" clId="{BE4C0C4C-6D22-5600-9427-D7B7F5C16ABF}"/>
    <pc:docChg chg="undo custSel modMainMaster">
      <pc:chgData name="Mikael Sjögren" userId="1342f193-130d-4112-8fec-a785b5d43ea1" providerId="ADAL" clId="{BE4C0C4C-6D22-5600-9427-D7B7F5C16ABF}" dt="2026-09-21T07:27:58.459" v="7" actId="1076"/>
      <pc:docMkLst>
        <pc:docMk/>
      </pc:docMkLst>
      <pc:sldMasterChg chg="modSp mod modSldLayout">
        <pc:chgData name="Mikael Sjögren" userId="1342f193-130d-4112-8fec-a785b5d43ea1" providerId="ADAL" clId="{BE4C0C4C-6D22-5600-9427-D7B7F5C16ABF}" dt="2026-09-21T07:27:58.459" v="7" actId="1076"/>
        <pc:sldMasterMkLst>
          <pc:docMk/>
          <pc:sldMasterMk cId="861074927" sldId="2147483648"/>
        </pc:sldMasterMkLst>
        <pc:picChg chg="mod">
          <ac:chgData name="Mikael Sjögren" userId="1342f193-130d-4112-8fec-a785b5d43ea1" providerId="ADAL" clId="{BE4C0C4C-6D22-5600-9427-D7B7F5C16ABF}" dt="2026-09-21T07:27:58.459" v="7" actId="1076"/>
          <ac:picMkLst>
            <pc:docMk/>
            <pc:sldMasterMk cId="861074927" sldId="2147483648"/>
            <ac:picMk id="6" creationId="{77DCC861-6908-489C-B13B-C692AC18EEC0}"/>
          </ac:picMkLst>
        </pc:picChg>
        <pc:sldLayoutChg chg="modSp mod">
          <pc:chgData name="Mikael Sjögren" userId="1342f193-130d-4112-8fec-a785b5d43ea1" providerId="ADAL" clId="{BE4C0C4C-6D22-5600-9427-D7B7F5C16ABF}" dt="2026-09-21T07:27:55.900" v="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Mikael Sjögren" userId="1342f193-130d-4112-8fec-a785b5d43ea1" providerId="ADAL" clId="{BE4C0C4C-6D22-5600-9427-D7B7F5C16ABF}" dt="2026-09-21T07:27:55.397" v="5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mod">
            <ac:chgData name="Mikael Sjögren" userId="1342f193-130d-4112-8fec-a785b5d43ea1" providerId="ADAL" clId="{BE4C0C4C-6D22-5600-9427-D7B7F5C16ABF}" dt="2026-09-21T07:27:55.900" v="6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</pc:sldMasterChg>
    </pc:docChg>
  </pc:docChgLst>
  <pc:docChgLst>
    <pc:chgData name="Billy Morén" userId="ea0727e9-0d84-4983-a704-71839fe72dc0" providerId="ADAL" clId="{2B63FBD8-4DE5-5F5B-8D45-69097BBFD6E2}"/>
    <pc:docChg chg="undo redo custSel addSld delSld modSld sldOrd modMainMaster addSection modSection">
      <pc:chgData name="Billy Morén" userId="ea0727e9-0d84-4983-a704-71839fe72dc0" providerId="ADAL" clId="{2B63FBD8-4DE5-5F5B-8D45-69097BBFD6E2}" dt="2026-09-29T06:44:41.202" v="1390" actId="700"/>
      <pc:docMkLst>
        <pc:docMk/>
      </pc:docMkLst>
      <pc:sldChg chg="addSp modSp mod chgLayout">
        <pc:chgData name="Billy Morén" userId="ea0727e9-0d84-4983-a704-71839fe72dc0" providerId="ADAL" clId="{2B63FBD8-4DE5-5F5B-8D45-69097BBFD6E2}" dt="2026-09-29T06:42:35.063" v="1375" actId="207"/>
        <pc:sldMkLst>
          <pc:docMk/>
          <pc:sldMk cId="1216193483" sldId="351"/>
        </pc:sldMkLst>
        <pc:spChg chg="mod ord">
          <ac:chgData name="Billy Morén" userId="ea0727e9-0d84-4983-a704-71839fe72dc0" providerId="ADAL" clId="{2B63FBD8-4DE5-5F5B-8D45-69097BBFD6E2}" dt="2026-09-29T06:42:35.063" v="1375" actId="207"/>
          <ac:spMkLst>
            <pc:docMk/>
            <pc:sldMk cId="1216193483" sldId="351"/>
            <ac:spMk id="2" creationId="{6B768AD5-CAB9-43FD-888C-8DF4A0C17845}"/>
          </ac:spMkLst>
        </pc:spChg>
        <pc:spChg chg="add mod ord">
          <ac:chgData name="Billy Morén" userId="ea0727e9-0d84-4983-a704-71839fe72dc0" providerId="ADAL" clId="{2B63FBD8-4DE5-5F5B-8D45-69097BBFD6E2}" dt="2026-09-28T12:18:29.397" v="1310" actId="700"/>
          <ac:spMkLst>
            <pc:docMk/>
            <pc:sldMk cId="1216193483" sldId="351"/>
            <ac:spMk id="3" creationId="{8D0F708D-C36A-4CE0-9A6C-853EA4C5965A}"/>
          </ac:spMkLst>
        </pc:spChg>
      </pc:sldChg>
      <pc:sldChg chg="modSp mod">
        <pc:chgData name="Billy Morén" userId="ea0727e9-0d84-4983-a704-71839fe72dc0" providerId="ADAL" clId="{2B63FBD8-4DE5-5F5B-8D45-69097BBFD6E2}" dt="2026-09-17T09:33:40.625" v="984" actId="115"/>
        <pc:sldMkLst>
          <pc:docMk/>
          <pc:sldMk cId="1640891256" sldId="356"/>
        </pc:sldMkLst>
        <pc:spChg chg="mod">
          <ac:chgData name="Billy Morén" userId="ea0727e9-0d84-4983-a704-71839fe72dc0" providerId="ADAL" clId="{2B63FBD8-4DE5-5F5B-8D45-69097BBFD6E2}" dt="2026-09-17T09:33:40.625" v="984" actId="115"/>
          <ac:spMkLst>
            <pc:docMk/>
            <pc:sldMk cId="1640891256" sldId="356"/>
            <ac:spMk id="4" creationId="{47F4A1BF-9FE7-E360-D5CD-F4F914979906}"/>
          </ac:spMkLst>
        </pc:spChg>
      </pc:sldChg>
      <pc:sldChg chg="modSp mod">
        <pc:chgData name="Billy Morén" userId="ea0727e9-0d84-4983-a704-71839fe72dc0" providerId="ADAL" clId="{2B63FBD8-4DE5-5F5B-8D45-69097BBFD6E2}" dt="2026-09-29T06:44:24.991" v="1388" actId="207"/>
        <pc:sldMkLst>
          <pc:docMk/>
          <pc:sldMk cId="1224438518" sldId="357"/>
        </pc:sldMkLst>
        <pc:spChg chg="mod">
          <ac:chgData name="Billy Morén" userId="ea0727e9-0d84-4983-a704-71839fe72dc0" providerId="ADAL" clId="{2B63FBD8-4DE5-5F5B-8D45-69097BBFD6E2}" dt="2026-09-29T06:44:24.991" v="1388" actId="207"/>
          <ac:spMkLst>
            <pc:docMk/>
            <pc:sldMk cId="1224438518" sldId="357"/>
            <ac:spMk id="2" creationId="{68997001-AD98-678A-DB04-3B03BB6BBD46}"/>
          </ac:spMkLst>
        </pc:spChg>
      </pc:sldChg>
      <pc:sldChg chg="modSp mod">
        <pc:chgData name="Billy Morén" userId="ea0727e9-0d84-4983-a704-71839fe72dc0" providerId="ADAL" clId="{2B63FBD8-4DE5-5F5B-8D45-69097BBFD6E2}" dt="2026-09-10T12:24:02.580" v="0" actId="14100"/>
        <pc:sldMkLst>
          <pc:docMk/>
          <pc:sldMk cId="1588663938" sldId="358"/>
        </pc:sldMkLst>
        <pc:spChg chg="mod">
          <ac:chgData name="Billy Morén" userId="ea0727e9-0d84-4983-a704-71839fe72dc0" providerId="ADAL" clId="{2B63FBD8-4DE5-5F5B-8D45-69097BBFD6E2}" dt="2026-09-10T12:24:02.580" v="0" actId="14100"/>
          <ac:spMkLst>
            <pc:docMk/>
            <pc:sldMk cId="1588663938" sldId="358"/>
            <ac:spMk id="2" creationId="{557BB5F5-7BEF-48B7-8E90-683DA0447701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3.536" v="1311" actId="700"/>
        <pc:sldMkLst>
          <pc:docMk/>
          <pc:sldMk cId="2515657516" sldId="359"/>
        </pc:sldMkLst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2" creationId="{1D7D4A4F-31D3-D200-884B-4DD06F985CE7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3" creationId="{DB04CE2F-EA04-DB1E-FC6C-C6D0F8D198AF}"/>
          </ac:spMkLst>
        </pc:spChg>
        <pc:spChg chg="mod ord">
          <ac:chgData name="Billy Morén" userId="ea0727e9-0d84-4983-a704-71839fe72dc0" providerId="ADAL" clId="{2B63FBD8-4DE5-5F5B-8D45-69097BBFD6E2}" dt="2026-09-28T12:18:43.536" v="1311" actId="700"/>
          <ac:spMkLst>
            <pc:docMk/>
            <pc:sldMk cId="2515657516" sldId="359"/>
            <ac:spMk id="4" creationId="{C3828599-D0AC-2B6D-E498-272E3A0B61D4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48.267" v="1312" actId="700"/>
        <pc:sldMkLst>
          <pc:docMk/>
          <pc:sldMk cId="3170826178" sldId="360"/>
        </pc:sldMkLst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2" creationId="{B78777BA-21FF-81B2-D606-085FC851C414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3" creationId="{4CFBD576-3E3E-D90B-6026-53E074233995}"/>
          </ac:spMkLst>
        </pc:spChg>
        <pc:spChg chg="mod ord">
          <ac:chgData name="Billy Morén" userId="ea0727e9-0d84-4983-a704-71839fe72dc0" providerId="ADAL" clId="{2B63FBD8-4DE5-5F5B-8D45-69097BBFD6E2}" dt="2026-09-28T12:18:48.267" v="1312" actId="700"/>
          <ac:spMkLst>
            <pc:docMk/>
            <pc:sldMk cId="3170826178" sldId="360"/>
            <ac:spMk id="4" creationId="{4F2D8D36-E3BC-56E6-E28B-3FF0D7620B3D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3.163" v="1313" actId="700"/>
        <pc:sldMkLst>
          <pc:docMk/>
          <pc:sldMk cId="1707960316" sldId="361"/>
        </pc:sldMkLst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2" creationId="{53F115EE-A607-D33D-B505-C3EFD4FBAFA1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3" creationId="{175CEAAB-6597-D45C-1B45-19CAEE87234C}"/>
          </ac:spMkLst>
        </pc:spChg>
        <pc:spChg chg="mod ord">
          <ac:chgData name="Billy Morén" userId="ea0727e9-0d84-4983-a704-71839fe72dc0" providerId="ADAL" clId="{2B63FBD8-4DE5-5F5B-8D45-69097BBFD6E2}" dt="2026-09-28T12:18:53.163" v="1313" actId="700"/>
          <ac:spMkLst>
            <pc:docMk/>
            <pc:sldMk cId="1707960316" sldId="361"/>
            <ac:spMk id="4" creationId="{CB841B13-35AF-C8E6-8482-7ED61EA9B993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8:57.046" v="1314" actId="700"/>
        <pc:sldMkLst>
          <pc:docMk/>
          <pc:sldMk cId="2676453655" sldId="362"/>
        </pc:sldMkLst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2" creationId="{71F9CAAD-E7EC-0A94-8869-7212D27BB84B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3" creationId="{08E4DDB6-3174-69C7-5D48-99D4712003D0}"/>
          </ac:spMkLst>
        </pc:spChg>
        <pc:spChg chg="mod ord">
          <ac:chgData name="Billy Morén" userId="ea0727e9-0d84-4983-a704-71839fe72dc0" providerId="ADAL" clId="{2B63FBD8-4DE5-5F5B-8D45-69097BBFD6E2}" dt="2026-09-28T12:18:57.046" v="1314" actId="700"/>
          <ac:spMkLst>
            <pc:docMk/>
            <pc:sldMk cId="2676453655" sldId="362"/>
            <ac:spMk id="4" creationId="{B7FEB0AF-6405-59FA-FC9D-0C50085024AE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02.083" v="1315" actId="700"/>
        <pc:sldMkLst>
          <pc:docMk/>
          <pc:sldMk cId="3607622852" sldId="363"/>
        </pc:sldMkLst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2" creationId="{46BA9212-2D57-1B62-3D95-5C3C042CF13C}"/>
          </ac:spMkLst>
        </pc:spChg>
        <pc:spChg chg="mod ord">
          <ac:chgData name="Billy Morén" userId="ea0727e9-0d84-4983-a704-71839fe72dc0" providerId="ADAL" clId="{2B63FBD8-4DE5-5F5B-8D45-69097BBFD6E2}" dt="2026-09-28T12:19:02.083" v="1315" actId="700"/>
          <ac:spMkLst>
            <pc:docMk/>
            <pc:sldMk cId="3607622852" sldId="363"/>
            <ac:spMk id="3" creationId="{4EE01911-E53D-4CB2-5057-9A77555C1680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1.706" v="1317" actId="700"/>
        <pc:sldMkLst>
          <pc:docMk/>
          <pc:sldMk cId="989587582" sldId="364"/>
        </pc:sldMkLst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11.706" v="1317" actId="700"/>
          <ac:spMkLst>
            <pc:docMk/>
            <pc:sldMk cId="989587582" sldId="364"/>
            <ac:spMk id="4" creationId="{57EB16F7-3E2F-4FA6-7FA4-926329CBA7E2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16.349" v="1318" actId="700"/>
        <pc:sldMkLst>
          <pc:docMk/>
          <pc:sldMk cId="3322735299" sldId="365"/>
        </pc:sldMkLst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2" creationId="{F532963A-7D3A-1360-38BB-02CA084604F4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3" creationId="{D910CBFD-5D73-23D3-54BD-81E9652FBF75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4" creationId="{D7AE521A-77FA-6DF5-A807-5CF5D920E5E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5" creationId="{A9B74F54-9348-7674-7A5D-D372C15A20D0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6" creationId="{624950CB-7A4F-7F67-F5B2-CA5DEBD37A2A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7" creationId="{6A7413AA-124E-E91F-0C8F-72A392D0AEC3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8" creationId="{8D3D8822-7758-1359-873C-9AE08AD4A536}"/>
          </ac:spMkLst>
        </pc:spChg>
        <pc:spChg chg="mod ord">
          <ac:chgData name="Billy Morén" userId="ea0727e9-0d84-4983-a704-71839fe72dc0" providerId="ADAL" clId="{2B63FBD8-4DE5-5F5B-8D45-69097BBFD6E2}" dt="2026-09-28T12:19:16.349" v="1318" actId="700"/>
          <ac:spMkLst>
            <pc:docMk/>
            <pc:sldMk cId="3322735299" sldId="365"/>
            <ac:spMk id="9" creationId="{25685D32-3BAA-C78A-4936-F34E5ADEA256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21.132" v="1319" actId="700"/>
        <pc:sldMkLst>
          <pc:docMk/>
          <pc:sldMk cId="1860337213" sldId="366"/>
        </pc:sldMkLst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2" creationId="{0FAEB0C4-F283-8548-CE94-62A62AF1ED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3" creationId="{93FEE8F4-9DC5-A173-168B-BE5C64C1E740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4" creationId="{64C67014-5001-4504-5795-2296EFF6E6FC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5" creationId="{B6C81543-8D53-3688-FACF-BD3213E37C3F}"/>
          </ac:spMkLst>
        </pc:spChg>
        <pc:spChg chg="mod ord">
          <ac:chgData name="Billy Morén" userId="ea0727e9-0d84-4983-a704-71839fe72dc0" providerId="ADAL" clId="{2B63FBD8-4DE5-5F5B-8D45-69097BBFD6E2}" dt="2026-09-28T12:19:21.132" v="1319" actId="700"/>
          <ac:spMkLst>
            <pc:docMk/>
            <pc:sldMk cId="1860337213" sldId="366"/>
            <ac:spMk id="6" creationId="{2F574E38-FF81-2C11-CC8C-5F981429D69E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19:25.399" v="1320" actId="700"/>
        <pc:sldMkLst>
          <pc:docMk/>
          <pc:sldMk cId="2576426249" sldId="367"/>
        </pc:sldMkLst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2" creationId="{A9DBAF8A-0D64-CF26-0706-D8BDF81C09CD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3" creationId="{04308C68-854A-220B-E836-0705CEDAA6C7}"/>
          </ac:spMkLst>
        </pc:spChg>
        <pc:spChg chg="mod ord">
          <ac:chgData name="Billy Morén" userId="ea0727e9-0d84-4983-a704-71839fe72dc0" providerId="ADAL" clId="{2B63FBD8-4DE5-5F5B-8D45-69097BBFD6E2}" dt="2026-09-28T12:19:25.399" v="1320" actId="700"/>
          <ac:spMkLst>
            <pc:docMk/>
            <pc:sldMk cId="2576426249" sldId="367"/>
            <ac:spMk id="4" creationId="{DD3759AA-6EC6-9675-D5B7-42DC5B33EEDF}"/>
          </ac:spMkLst>
        </pc:spChg>
        <pc:spChg chg="add mod">
          <ac:chgData name="Billy Morén" userId="ea0727e9-0d84-4983-a704-71839fe72dc0" providerId="ADAL" clId="{2B63FBD8-4DE5-5F5B-8D45-69097BBFD6E2}" dt="2026-09-25T11:53:28.047" v="1139" actId="767"/>
          <ac:spMkLst>
            <pc:docMk/>
            <pc:sldMk cId="2576426249" sldId="367"/>
            <ac:spMk id="5" creationId="{96544549-684E-4754-14A9-EDB389FC5039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0.046" v="1321" actId="700"/>
        <pc:sldMkLst>
          <pc:docMk/>
          <pc:sldMk cId="3124630799" sldId="368"/>
        </pc:sldMkLst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2" creationId="{1CBA4153-9497-8924-8CDD-E89DB3B33379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3" creationId="{42DBFC14-F95A-2BB4-93E7-6FF478A15FA8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4" creationId="{F84E0489-1D8E-2960-D991-26FFAF25AAB1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5" creationId="{E2F397B9-CC83-A660-C410-814E055FAE6A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6" creationId="{B581A433-6B21-91E6-F78C-BDE1E804675C}"/>
          </ac:spMkLst>
        </pc:spChg>
        <pc:spChg chg="mod ord">
          <ac:chgData name="Billy Morén" userId="ea0727e9-0d84-4983-a704-71839fe72dc0" providerId="ADAL" clId="{2B63FBD8-4DE5-5F5B-8D45-69097BBFD6E2}" dt="2026-09-28T12:19:30.046" v="1321" actId="700"/>
          <ac:spMkLst>
            <pc:docMk/>
            <pc:sldMk cId="3124630799" sldId="368"/>
            <ac:spMk id="7" creationId="{9169FED7-BE03-D3AF-AE70-2E69CC107328}"/>
          </ac:spMkLst>
        </pc:spChg>
      </pc:sldChg>
      <pc:sldChg chg="modSp mod chgLayout">
        <pc:chgData name="Billy Morén" userId="ea0727e9-0d84-4983-a704-71839fe72dc0" providerId="ADAL" clId="{2B63FBD8-4DE5-5F5B-8D45-69097BBFD6E2}" dt="2026-09-28T12:19:34.235" v="1322" actId="700"/>
        <pc:sldMkLst>
          <pc:docMk/>
          <pc:sldMk cId="3638648459" sldId="369"/>
        </pc:sldMkLst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2" creationId="{55F52EF5-AB78-2790-C3B2-A250AC387F48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3" creationId="{39CFD8F7-06F7-B148-F147-03827FC1927F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4" creationId="{0536E500-6D14-F5E2-FE51-FCBD6D33AD77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5" creationId="{8403C93A-1A8D-1874-21EF-5A3D77957793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6" creationId="{967F58CA-5238-F0AA-E754-1D0C27A264BC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7" creationId="{D842BC82-B381-992A-C15A-A846CED82A06}"/>
          </ac:spMkLst>
        </pc:spChg>
        <pc:spChg chg="mod ord">
          <ac:chgData name="Billy Morén" userId="ea0727e9-0d84-4983-a704-71839fe72dc0" providerId="ADAL" clId="{2B63FBD8-4DE5-5F5B-8D45-69097BBFD6E2}" dt="2026-09-28T12:19:34.235" v="1322" actId="700"/>
          <ac:spMkLst>
            <pc:docMk/>
            <pc:sldMk cId="3638648459" sldId="369"/>
            <ac:spMk id="8" creationId="{CD920DBC-B48D-AAA1-9BF3-12FD281CAF7E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19:43.591" v="1324" actId="700"/>
        <pc:sldMkLst>
          <pc:docMk/>
          <pc:sldMk cId="2785712339" sldId="370"/>
        </pc:sldMkLst>
        <pc:spChg chg="add mod ord">
          <ac:chgData name="Billy Morén" userId="ea0727e9-0d84-4983-a704-71839fe72dc0" providerId="ADAL" clId="{2B63FBD8-4DE5-5F5B-8D45-69097BBFD6E2}" dt="2026-09-28T12:19:43.591" v="1324" actId="700"/>
          <ac:spMkLst>
            <pc:docMk/>
            <pc:sldMk cId="2785712339" sldId="370"/>
            <ac:spMk id="2" creationId="{6FC4A455-5569-D293-8266-ACB93D7B1B2E}"/>
          </ac:spMkLst>
        </pc:spChg>
        <pc:picChg chg="mod ord">
          <ac:chgData name="Billy Morén" userId="ea0727e9-0d84-4983-a704-71839fe72dc0" providerId="ADAL" clId="{2B63FBD8-4DE5-5F5B-8D45-69097BBFD6E2}" dt="2026-09-28T12:19:43.591" v="1324" actId="700"/>
          <ac:picMkLst>
            <pc:docMk/>
            <pc:sldMk cId="2785712339" sldId="370"/>
            <ac:picMk id="5" creationId="{8894DAF9-45C2-EDCF-0248-87F739A3307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48.227" v="1325" actId="700"/>
        <pc:sldMkLst>
          <pc:docMk/>
          <pc:sldMk cId="632311099" sldId="371"/>
        </pc:sldMkLst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3" creationId="{57352F49-3033-220B-0419-076C4A12BE25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4" creationId="{7173701B-6EF6-D00E-E642-E6E8E35997DA}"/>
          </ac:spMkLst>
        </pc:spChg>
        <pc:spChg chg="mod ord">
          <ac:chgData name="Billy Morén" userId="ea0727e9-0d84-4983-a704-71839fe72dc0" providerId="ADAL" clId="{2B63FBD8-4DE5-5F5B-8D45-69097BBFD6E2}" dt="2026-09-28T12:19:48.227" v="1325" actId="700"/>
          <ac:spMkLst>
            <pc:docMk/>
            <pc:sldMk cId="632311099" sldId="371"/>
            <ac:spMk id="5" creationId="{CE3FFED7-D98D-B330-FB6A-582A25FBD1E0}"/>
          </ac:spMkLst>
        </pc:spChg>
        <pc:picChg chg="mod ord">
          <ac:chgData name="Billy Morén" userId="ea0727e9-0d84-4983-a704-71839fe72dc0" providerId="ADAL" clId="{2B63FBD8-4DE5-5F5B-8D45-69097BBFD6E2}" dt="2026-09-28T12:19:48.227" v="1325" actId="700"/>
          <ac:picMkLst>
            <pc:docMk/>
            <pc:sldMk cId="632311099" sldId="371"/>
            <ac:picMk id="7" creationId="{A4A0B294-9A84-5D24-DFCB-0407EEEA3FF6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19:58.972" v="1327" actId="700"/>
        <pc:sldMkLst>
          <pc:docMk/>
          <pc:sldMk cId="3761247960" sldId="372"/>
        </pc:sldMkLst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5" creationId="{F2FDBAC1-F956-5364-58FC-6B80053A283F}"/>
          </ac:spMkLst>
        </pc:spChg>
        <pc:spChg chg="mod ord">
          <ac:chgData name="Billy Morén" userId="ea0727e9-0d84-4983-a704-71839fe72dc0" providerId="ADAL" clId="{2B63FBD8-4DE5-5F5B-8D45-69097BBFD6E2}" dt="2026-09-28T12:19:58.972" v="1327" actId="700"/>
          <ac:spMkLst>
            <pc:docMk/>
            <pc:sldMk cId="3761247960" sldId="372"/>
            <ac:spMk id="8" creationId="{20CEBAFC-1770-5CDD-6070-C10F88CD3DE7}"/>
          </ac:spMkLst>
        </pc:spChg>
        <pc:picChg chg="mod ord">
          <ac:chgData name="Billy Morén" userId="ea0727e9-0d84-4983-a704-71839fe72dc0" providerId="ADAL" clId="{2B63FBD8-4DE5-5F5B-8D45-69097BBFD6E2}" dt="2026-09-28T12:19:58.972" v="1327" actId="700"/>
          <ac:picMkLst>
            <pc:docMk/>
            <pc:sldMk cId="3761247960" sldId="372"/>
            <ac:picMk id="7" creationId="{2602CCCF-6A2B-8A48-0B03-49E63995AD62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3.980" v="1328" actId="700"/>
        <pc:sldMkLst>
          <pc:docMk/>
          <pc:sldMk cId="1968700767" sldId="373"/>
        </pc:sldMkLst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2" creationId="{A833224D-8E9D-384E-5C71-4BDAB157005A}"/>
          </ac:spMkLst>
        </pc:spChg>
        <pc:spChg chg="mod ord">
          <ac:chgData name="Billy Morén" userId="ea0727e9-0d84-4983-a704-71839fe72dc0" providerId="ADAL" clId="{2B63FBD8-4DE5-5F5B-8D45-69097BBFD6E2}" dt="2026-09-28T12:20:03.980" v="1328" actId="700"/>
          <ac:spMkLst>
            <pc:docMk/>
            <pc:sldMk cId="1968700767" sldId="373"/>
            <ac:spMk id="4" creationId="{CDEF5432-BD7D-788C-5BA3-848586CCCAD2}"/>
          </ac:spMkLst>
        </pc:spChg>
        <pc:picChg chg="mod ord">
          <ac:chgData name="Billy Morén" userId="ea0727e9-0d84-4983-a704-71839fe72dc0" providerId="ADAL" clId="{2B63FBD8-4DE5-5F5B-8D45-69097BBFD6E2}" dt="2026-09-28T12:20:03.980" v="1328" actId="700"/>
          <ac:picMkLst>
            <pc:docMk/>
            <pc:sldMk cId="1968700767" sldId="373"/>
            <ac:picMk id="6" creationId="{B5262005-71B5-B44E-7106-21D3CAF1C0B4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07.639" v="1329" actId="700"/>
        <pc:sldMkLst>
          <pc:docMk/>
          <pc:sldMk cId="2748777485" sldId="374"/>
        </pc:sldMkLst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5" creationId="{12DBA318-5573-0FE2-0246-AA63E184B63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6" creationId="{FEDED0F9-C17B-C084-B04E-372165CCA5E8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7" creationId="{86BC24A0-6858-9B80-3F84-DD8CA7F7190F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8" creationId="{729792CE-781C-BF23-B76D-E660F36EB621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9" creationId="{07016E9B-5EE9-6665-FEBD-6BED99CFACF6}"/>
          </ac:spMkLst>
        </pc:spChg>
        <pc:spChg chg="mod ord">
          <ac:chgData name="Billy Morén" userId="ea0727e9-0d84-4983-a704-71839fe72dc0" providerId="ADAL" clId="{2B63FBD8-4DE5-5F5B-8D45-69097BBFD6E2}" dt="2026-09-28T12:20:07.639" v="1329" actId="700"/>
          <ac:spMkLst>
            <pc:docMk/>
            <pc:sldMk cId="2748777485" sldId="374"/>
            <ac:spMk id="10" creationId="{E8F91764-B864-2968-C191-7C7992CFDD61}"/>
          </ac:spMkLst>
        </pc:sp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2" creationId="{C9F7196C-DAF4-3A98-324F-8E07BE59BCC8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4" creationId="{2A9CCE10-17F1-CFC7-59C6-F20481A05E86}"/>
          </ac:picMkLst>
        </pc:picChg>
        <pc:picChg chg="mod ord">
          <ac:chgData name="Billy Morén" userId="ea0727e9-0d84-4983-a704-71839fe72dc0" providerId="ADAL" clId="{2B63FBD8-4DE5-5F5B-8D45-69097BBFD6E2}" dt="2026-09-28T12:20:07.639" v="1329" actId="700"/>
          <ac:picMkLst>
            <pc:docMk/>
            <pc:sldMk cId="2748777485" sldId="374"/>
            <ac:picMk id="16" creationId="{FB897794-F2BA-00BB-9F1C-ACCDCC7DB13C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1.276" v="1330" actId="700"/>
        <pc:sldMkLst>
          <pc:docMk/>
          <pc:sldMk cId="357968916" sldId="375"/>
        </pc:sldMkLst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3" creationId="{759A2A55-88D8-3B88-9059-1262553356C3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4" creationId="{68D80F61-0C3A-AF90-B202-4D8D746C84C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6" creationId="{74EFC5CF-9A3B-0974-97BD-9065F9E0D9A2}"/>
          </ac:spMkLst>
        </pc:spChg>
        <pc:spChg chg="mod ord">
          <ac:chgData name="Billy Morén" userId="ea0727e9-0d84-4983-a704-71839fe72dc0" providerId="ADAL" clId="{2B63FBD8-4DE5-5F5B-8D45-69097BBFD6E2}" dt="2026-09-28T12:20:11.276" v="1330" actId="700"/>
          <ac:spMkLst>
            <pc:docMk/>
            <pc:sldMk cId="357968916" sldId="375"/>
            <ac:spMk id="8" creationId="{4BC016D6-B468-296D-0403-FAAF3F3A1971}"/>
          </ac:spMkLst>
        </pc:sp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0" creationId="{4FD8DE1C-389A-034E-92CC-A3D8C5D4EC1E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2" creationId="{4C4AAE0A-3270-1A37-88EB-A6CB1017F06F}"/>
          </ac:picMkLst>
        </pc:picChg>
        <pc:picChg chg="mod ord">
          <ac:chgData name="Billy Morén" userId="ea0727e9-0d84-4983-a704-71839fe72dc0" providerId="ADAL" clId="{2B63FBD8-4DE5-5F5B-8D45-69097BBFD6E2}" dt="2026-09-28T12:20:11.276" v="1330" actId="700"/>
          <ac:picMkLst>
            <pc:docMk/>
            <pc:sldMk cId="357968916" sldId="375"/>
            <ac:picMk id="14" creationId="{FBF57C8B-5DB9-551C-72CB-BAF52122E79D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16.569" v="1331" actId="700"/>
        <pc:sldMkLst>
          <pc:docMk/>
          <pc:sldMk cId="3897984651" sldId="376"/>
        </pc:sldMkLst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2" creationId="{9E905D12-1ED1-7F25-DE1A-A4D71A1E710B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7" creationId="{A1209D70-8D1C-EF8E-0863-3E0248D6E434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8" creationId="{19D04777-2C6A-1CAF-FF41-F9A0370B2A5A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9" creationId="{3A522D81-03E2-10F6-69C6-B0EDF7419485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0" creationId="{B3F3C242-6EC2-0BD0-6617-261A293ED08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1" creationId="{97CAB3F1-3326-D069-F7D7-431CF33FE949}"/>
          </ac:spMkLst>
        </pc:spChg>
        <pc:spChg chg="mod ord">
          <ac:chgData name="Billy Morén" userId="ea0727e9-0d84-4983-a704-71839fe72dc0" providerId="ADAL" clId="{2B63FBD8-4DE5-5F5B-8D45-69097BBFD6E2}" dt="2026-09-28T12:20:16.569" v="1331" actId="700"/>
          <ac:spMkLst>
            <pc:docMk/>
            <pc:sldMk cId="3897984651" sldId="376"/>
            <ac:spMk id="12" creationId="{53B137E5-98EF-437E-6EB5-AB9DA94339F5}"/>
          </ac:spMkLst>
        </pc:sp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6" creationId="{80EDB45B-998B-EC4F-3787-AA9158232F4A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18" creationId="{78034CC4-C6CD-2FC8-19CE-460A2DDDE1C5}"/>
          </ac:picMkLst>
        </pc:picChg>
        <pc:picChg chg="mod ord">
          <ac:chgData name="Billy Morén" userId="ea0727e9-0d84-4983-a704-71839fe72dc0" providerId="ADAL" clId="{2B63FBD8-4DE5-5F5B-8D45-69097BBFD6E2}" dt="2026-09-28T12:20:16.569" v="1331" actId="700"/>
          <ac:picMkLst>
            <pc:docMk/>
            <pc:sldMk cId="3897984651" sldId="376"/>
            <ac:picMk id="20" creationId="{8E60AD60-A06D-90D1-07D2-ED1084840DDA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0.753" v="1332" actId="700"/>
        <pc:sldMkLst>
          <pc:docMk/>
          <pc:sldMk cId="2126658621" sldId="377"/>
        </pc:sldMkLst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3" creationId="{83EC24EF-1BF7-116B-B844-B66767A1A569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4" creationId="{1E336EEB-056D-1995-481E-7D0105F7EB4F}"/>
          </ac:spMkLst>
        </pc:spChg>
        <pc:spChg chg="mod ord">
          <ac:chgData name="Billy Morén" userId="ea0727e9-0d84-4983-a704-71839fe72dc0" providerId="ADAL" clId="{2B63FBD8-4DE5-5F5B-8D45-69097BBFD6E2}" dt="2026-09-28T12:20:20.753" v="1332" actId="700"/>
          <ac:spMkLst>
            <pc:docMk/>
            <pc:sldMk cId="2126658621" sldId="377"/>
            <ac:spMk id="5" creationId="{B1165C2E-91CF-8F8B-1626-8104934BA776}"/>
          </ac:spMkLst>
        </pc:spChg>
        <pc:picChg chg="mod ord">
          <ac:chgData name="Billy Morén" userId="ea0727e9-0d84-4983-a704-71839fe72dc0" providerId="ADAL" clId="{2B63FBD8-4DE5-5F5B-8D45-69097BBFD6E2}" dt="2026-09-28T12:20:20.753" v="1332" actId="700"/>
          <ac:picMkLst>
            <pc:docMk/>
            <pc:sldMk cId="2126658621" sldId="377"/>
            <ac:picMk id="7" creationId="{531A1190-49BE-2653-4B8D-D01B3C2E8F9F}"/>
          </ac:picMkLst>
        </pc:picChg>
      </pc:sldChg>
      <pc:sldChg chg="modSp mod chgLayout">
        <pc:chgData name="Billy Morén" userId="ea0727e9-0d84-4983-a704-71839fe72dc0" providerId="ADAL" clId="{2B63FBD8-4DE5-5F5B-8D45-69097BBFD6E2}" dt="2026-09-28T12:20:25.698" v="1333" actId="700"/>
        <pc:sldMkLst>
          <pc:docMk/>
          <pc:sldMk cId="2096738743" sldId="378"/>
        </pc:sldMkLst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3" creationId="{B1865409-4F22-8B5B-C2A3-566E2F0B4F76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4" creationId="{8AACCA29-AC85-82F7-F9CC-2800A73ED6BA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5" creationId="{DCC0ADEE-FBC9-2933-76BC-6F39B8D48A41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6" creationId="{4A522051-7967-B91E-F115-1D4F4576AF67}"/>
          </ac:spMkLst>
        </pc:spChg>
        <pc:spChg chg="mod ord">
          <ac:chgData name="Billy Morén" userId="ea0727e9-0d84-4983-a704-71839fe72dc0" providerId="ADAL" clId="{2B63FBD8-4DE5-5F5B-8D45-69097BBFD6E2}" dt="2026-09-28T12:20:25.698" v="1333" actId="700"/>
          <ac:spMkLst>
            <pc:docMk/>
            <pc:sldMk cId="2096738743" sldId="378"/>
            <ac:spMk id="7" creationId="{C17CF910-DE51-9A83-7F16-0D3B429C2E76}"/>
          </ac:spMkLst>
        </pc:spChg>
        <pc:picChg chg="mod ord">
          <ac:chgData name="Billy Morén" userId="ea0727e9-0d84-4983-a704-71839fe72dc0" providerId="ADAL" clId="{2B63FBD8-4DE5-5F5B-8D45-69097BBFD6E2}" dt="2026-09-28T12:20:25.698" v="1333" actId="700"/>
          <ac:picMkLst>
            <pc:docMk/>
            <pc:sldMk cId="2096738743" sldId="378"/>
            <ac:picMk id="9" creationId="{880CF95C-0291-6B22-1899-A35CD823BCA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8T12:20:54.889" v="1338" actId="700"/>
        <pc:sldMkLst>
          <pc:docMk/>
          <pc:sldMk cId="525829771" sldId="381"/>
        </pc:sldMkLst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2" creationId="{F746F296-B0EA-32AA-2E12-3BEC3CA86557}"/>
          </ac:spMkLst>
        </pc:spChg>
        <pc:spChg chg="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3" creationId="{1B5E650E-187A-38F0-35AA-62C0559F5F83}"/>
          </ac:spMkLst>
        </pc:spChg>
        <pc:spChg chg="add mod ord">
          <ac:chgData name="Billy Morén" userId="ea0727e9-0d84-4983-a704-71839fe72dc0" providerId="ADAL" clId="{2B63FBD8-4DE5-5F5B-8D45-69097BBFD6E2}" dt="2026-09-28T12:20:54.889" v="1338" actId="700"/>
          <ac:spMkLst>
            <pc:docMk/>
            <pc:sldMk cId="525829771" sldId="381"/>
            <ac:spMk id="4" creationId="{31A573B5-0765-2E84-C7E6-61FD59FB08A5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0:30.287" v="1334" actId="700"/>
        <pc:sldMkLst>
          <pc:docMk/>
          <pc:sldMk cId="1713662544" sldId="384"/>
        </pc:sldMkLst>
        <pc:spChg chg="add 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2" creationId="{24AFABD3-4D4C-802A-285B-DCDC7345F070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5" creationId="{7BF7C1F5-A652-B258-C2E2-D56078120C2F}"/>
          </ac:spMkLst>
        </pc:spChg>
        <pc:spChg chg="mod ord">
          <ac:chgData name="Billy Morén" userId="ea0727e9-0d84-4983-a704-71839fe72dc0" providerId="ADAL" clId="{2B63FBD8-4DE5-5F5B-8D45-69097BBFD6E2}" dt="2026-09-28T12:20:30.287" v="1334" actId="700"/>
          <ac:spMkLst>
            <pc:docMk/>
            <pc:sldMk cId="1713662544" sldId="384"/>
            <ac:spMk id="6" creationId="{8393E252-674A-C5DA-A22E-89B54ED037E8}"/>
          </ac:spMkLst>
        </pc:sp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8" creationId="{36C7FB2F-46AC-5578-7AFF-50730409D4D7}"/>
          </ac:picMkLst>
        </pc:picChg>
        <pc:picChg chg="add mod">
          <ac:chgData name="Billy Morén" userId="ea0727e9-0d84-4983-a704-71839fe72dc0" providerId="ADAL" clId="{2B63FBD8-4DE5-5F5B-8D45-69097BBFD6E2}" dt="2026-09-17T09:39:36.048" v="1006" actId="1076"/>
          <ac:picMkLst>
            <pc:docMk/>
            <pc:sldMk cId="1713662544" sldId="384"/>
            <ac:picMk id="9" creationId="{77F0B8CC-C75A-578D-A197-BBABB8006E50}"/>
          </ac:picMkLst>
        </pc:picChg>
        <pc:picChg chg="mod ord">
          <ac:chgData name="Billy Morén" userId="ea0727e9-0d84-4983-a704-71839fe72dc0" providerId="ADAL" clId="{2B63FBD8-4DE5-5F5B-8D45-69097BBFD6E2}" dt="2026-09-28T12:20:30.287" v="1334" actId="700"/>
          <ac:picMkLst>
            <pc:docMk/>
            <pc:sldMk cId="1713662544" sldId="384"/>
            <ac:picMk id="10" creationId="{D9EE41A9-6A97-DAC9-DF55-E881FCD8CC09}"/>
          </ac:picMkLst>
        </pc:picChg>
      </pc:sldChg>
      <pc:sldChg chg="modSp mod">
        <pc:chgData name="Billy Morén" userId="ea0727e9-0d84-4983-a704-71839fe72dc0" providerId="ADAL" clId="{2B63FBD8-4DE5-5F5B-8D45-69097BBFD6E2}" dt="2026-09-29T06:44:17.628" v="1387" actId="207"/>
        <pc:sldMkLst>
          <pc:docMk/>
          <pc:sldMk cId="2345136934" sldId="385"/>
        </pc:sldMkLst>
        <pc:spChg chg="mod">
          <ac:chgData name="Billy Morén" userId="ea0727e9-0d84-4983-a704-71839fe72dc0" providerId="ADAL" clId="{2B63FBD8-4DE5-5F5B-8D45-69097BBFD6E2}" dt="2026-09-29T06:44:17.628" v="1387" actId="207"/>
          <ac:spMkLst>
            <pc:docMk/>
            <pc:sldMk cId="2345136934" sldId="385"/>
            <ac:spMk id="2" creationId="{D87F0EB9-C53D-B761-5EAD-3F97C51CB0A7}"/>
          </ac:spMkLst>
        </pc:spChg>
        <pc:spChg chg="mod">
          <ac:chgData name="Billy Morén" userId="ea0727e9-0d84-4983-a704-71839fe72dc0" providerId="ADAL" clId="{2B63FBD8-4DE5-5F5B-8D45-69097BBFD6E2}" dt="2026-09-29T06:43:31.905" v="1380" actId="1076"/>
          <ac:spMkLst>
            <pc:docMk/>
            <pc:sldMk cId="2345136934" sldId="385"/>
            <ac:spMk id="5" creationId="{4CDB17C5-0C51-73D3-D046-21B9786B6516}"/>
          </ac:spMkLst>
        </pc:spChg>
      </pc:sldChg>
      <pc:sldChg chg="modSp mod">
        <pc:chgData name="Billy Morén" userId="ea0727e9-0d84-4983-a704-71839fe72dc0" providerId="ADAL" clId="{2B63FBD8-4DE5-5F5B-8D45-69097BBFD6E2}" dt="2026-09-29T06:44:06.829" v="1385" actId="207"/>
        <pc:sldMkLst>
          <pc:docMk/>
          <pc:sldMk cId="3090607440" sldId="386"/>
        </pc:sldMkLst>
        <pc:spChg chg="mod">
          <ac:chgData name="Billy Morén" userId="ea0727e9-0d84-4983-a704-71839fe72dc0" providerId="ADAL" clId="{2B63FBD8-4DE5-5F5B-8D45-69097BBFD6E2}" dt="2026-09-29T06:44:06.829" v="1385" actId="207"/>
          <ac:spMkLst>
            <pc:docMk/>
            <pc:sldMk cId="3090607440" sldId="386"/>
            <ac:spMk id="2" creationId="{D87F0EB9-C53D-B761-5EAD-3F97C51CB0A7}"/>
          </ac:spMkLst>
        </pc:spChg>
      </pc:sldChg>
      <pc:sldChg chg="modSp mod">
        <pc:chgData name="Billy Morén" userId="ea0727e9-0d84-4983-a704-71839fe72dc0" providerId="ADAL" clId="{2B63FBD8-4DE5-5F5B-8D45-69097BBFD6E2}" dt="2026-09-29T06:44:02.519" v="1384" actId="207"/>
        <pc:sldMkLst>
          <pc:docMk/>
          <pc:sldMk cId="2436366425" sldId="388"/>
        </pc:sldMkLst>
        <pc:spChg chg="mod">
          <ac:chgData name="Billy Morén" userId="ea0727e9-0d84-4983-a704-71839fe72dc0" providerId="ADAL" clId="{2B63FBD8-4DE5-5F5B-8D45-69097BBFD6E2}" dt="2026-09-29T06:44:02.519" v="1384" actId="207"/>
          <ac:spMkLst>
            <pc:docMk/>
            <pc:sldMk cId="2436366425" sldId="388"/>
            <ac:spMk id="2" creationId="{D87F0EB9-C53D-B761-5EAD-3F97C51CB0A7}"/>
          </ac:spMkLst>
        </pc:spChg>
      </pc:sldChg>
      <pc:sldChg chg="addSp delSp modSp mod">
        <pc:chgData name="Billy Morén" userId="ea0727e9-0d84-4983-a704-71839fe72dc0" providerId="ADAL" clId="{2B63FBD8-4DE5-5F5B-8D45-69097BBFD6E2}" dt="2026-09-29T06:44:13.220" v="1386" actId="207"/>
        <pc:sldMkLst>
          <pc:docMk/>
          <pc:sldMk cId="3782356463" sldId="389"/>
        </pc:sldMkLst>
        <pc:spChg chg="mod">
          <ac:chgData name="Billy Morén" userId="ea0727e9-0d84-4983-a704-71839fe72dc0" providerId="ADAL" clId="{2B63FBD8-4DE5-5F5B-8D45-69097BBFD6E2}" dt="2026-09-29T06:44:13.220" v="1386" actId="207"/>
          <ac:spMkLst>
            <pc:docMk/>
            <pc:sldMk cId="3782356463" sldId="389"/>
            <ac:spMk id="2" creationId="{BF9E85F7-A5FC-6E3E-641E-22D1FF964048}"/>
          </ac:spMkLst>
        </pc:spChg>
        <pc:spChg chg="del mod">
          <ac:chgData name="Billy Morén" userId="ea0727e9-0d84-4983-a704-71839fe72dc0" providerId="ADAL" clId="{2B63FBD8-4DE5-5F5B-8D45-69097BBFD6E2}" dt="2026-09-29T06:43:55.903" v="1383" actId="478"/>
          <ac:spMkLst>
            <pc:docMk/>
            <pc:sldMk cId="3782356463" sldId="389"/>
            <ac:spMk id="5" creationId="{FF725F93-09A6-10F9-3C54-3D1AA3BED916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8" creationId="{DD0B4CD3-4660-F21C-9CEB-342B2E470F1A}"/>
          </ac:spMkLst>
        </pc:spChg>
        <pc:spChg chg="mod">
          <ac:chgData name="Billy Morén" userId="ea0727e9-0d84-4983-a704-71839fe72dc0" providerId="ADAL" clId="{2B63FBD8-4DE5-5F5B-8D45-69097BBFD6E2}" dt="2026-09-17T09:11:45.380" v="904" actId="1076"/>
          <ac:spMkLst>
            <pc:docMk/>
            <pc:sldMk cId="3782356463" sldId="389"/>
            <ac:spMk id="9" creationId="{23638F84-5F68-915B-83AC-E538C4E08578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5" creationId="{B4C7AB45-7C18-451C-C1FF-D2B0E909B50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17" creationId="{D301D6F6-CED1-EB83-876D-7146D37F335B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1" creationId="{42E2519D-CF5E-2E43-4C39-3D536EBECA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29" creationId="{2EA45354-7ACC-24A4-2535-5F26EF74679C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1" creationId="{3D8ECDF2-A923-711E-FCF5-4DF9E772E9E9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2" creationId="{6BB49412-A546-2FE6-F15F-54ABA8F918B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4" creationId="{A2F73503-0D2F-198A-3E68-32FDE1446FEE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5" creationId="{6F69DAB3-80AC-24EA-5B9A-FBC4F99CA191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6" creationId="{A1353CEC-B519-A7DE-07BE-3D32BB58D9B5}"/>
          </ac:spMkLst>
        </pc:spChg>
        <pc:spChg chg="mod">
          <ac:chgData name="Billy Morén" userId="ea0727e9-0d84-4983-a704-71839fe72dc0" providerId="ADAL" clId="{2B63FBD8-4DE5-5F5B-8D45-69097BBFD6E2}" dt="2026-09-17T09:11:39.962" v="903" actId="1076"/>
          <ac:spMkLst>
            <pc:docMk/>
            <pc:sldMk cId="3782356463" sldId="389"/>
            <ac:spMk id="37" creationId="{1A3500C4-839A-0A6E-4084-FBF0C581F5BE}"/>
          </ac:spMkLst>
        </pc:spChg>
        <pc:spChg chg="add mod">
          <ac:chgData name="Billy Morén" userId="ea0727e9-0d84-4983-a704-71839fe72dc0" providerId="ADAL" clId="{2B63FBD8-4DE5-5F5B-8D45-69097BBFD6E2}" dt="2026-09-17T09:12:00.167" v="908" actId="1076"/>
          <ac:spMkLst>
            <pc:docMk/>
            <pc:sldMk cId="3782356463" sldId="389"/>
            <ac:spMk id="38" creationId="{FE019034-5454-827E-7135-D1E7B1A26D5D}"/>
          </ac:spMkLst>
        </pc:spChg>
        <pc:spChg chg="add mod">
          <ac:chgData name="Billy Morén" userId="ea0727e9-0d84-4983-a704-71839fe72dc0" providerId="ADAL" clId="{2B63FBD8-4DE5-5F5B-8D45-69097BBFD6E2}" dt="2026-09-17T09:12:12.389" v="913" actId="20577"/>
          <ac:spMkLst>
            <pc:docMk/>
            <pc:sldMk cId="3782356463" sldId="389"/>
            <ac:spMk id="39" creationId="{35D4A127-3AEF-F45A-6240-EAE89943D22C}"/>
          </ac:spMkLst>
        </pc:spChg>
        <pc:spChg chg="add mod">
          <ac:chgData name="Billy Morén" userId="ea0727e9-0d84-4983-a704-71839fe72dc0" providerId="ADAL" clId="{2B63FBD8-4DE5-5F5B-8D45-69097BBFD6E2}" dt="2026-09-17T09:12:14.198" v="915" actId="20577"/>
          <ac:spMkLst>
            <pc:docMk/>
            <pc:sldMk cId="3782356463" sldId="389"/>
            <ac:spMk id="40" creationId="{CC7A6126-1AC1-E407-0FCA-A3D6FAA960DB}"/>
          </ac:spMkLst>
        </pc:spChg>
        <pc:spChg chg="add mod">
          <ac:chgData name="Billy Morén" userId="ea0727e9-0d84-4983-a704-71839fe72dc0" providerId="ADAL" clId="{2B63FBD8-4DE5-5F5B-8D45-69097BBFD6E2}" dt="2026-09-17T09:12:17.753" v="917" actId="20577"/>
          <ac:spMkLst>
            <pc:docMk/>
            <pc:sldMk cId="3782356463" sldId="389"/>
            <ac:spMk id="41" creationId="{8C6D1664-CC26-EF16-103B-54C80F0FA738}"/>
          </ac:spMkLst>
        </pc:spChg>
        <pc:graphicFrameChg chg="mod">
          <ac:chgData name="Billy Morén" userId="ea0727e9-0d84-4983-a704-71839fe72dc0" providerId="ADAL" clId="{2B63FBD8-4DE5-5F5B-8D45-69097BBFD6E2}" dt="2026-09-17T09:11:45.380" v="904" actId="1076"/>
          <ac:graphicFrameMkLst>
            <pc:docMk/>
            <pc:sldMk cId="3782356463" sldId="389"/>
            <ac:graphicFrameMk id="3" creationId="{6B6471AC-5FCE-7856-BC72-2158B8B9950B}"/>
          </ac:graphicFrameMkLst>
        </pc:graphicFrame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6" creationId="{3F97AFF2-BE19-CE89-A2BC-EAD620948684}"/>
          </ac:cxnSpMkLst>
        </pc:cxnChg>
        <pc:cxnChg chg="mod">
          <ac:chgData name="Billy Morén" userId="ea0727e9-0d84-4983-a704-71839fe72dc0" providerId="ADAL" clId="{2B63FBD8-4DE5-5F5B-8D45-69097BBFD6E2}" dt="2026-09-17T09:11:45.380" v="904" actId="1076"/>
          <ac:cxnSpMkLst>
            <pc:docMk/>
            <pc:sldMk cId="3782356463" sldId="389"/>
            <ac:cxnSpMk id="7" creationId="{A8D47613-8292-4E83-F60D-D3D9709EE98C}"/>
          </ac:cxnSpMkLst>
        </pc:cxnChg>
      </pc:sldChg>
      <pc:sldChg chg="modSp mod modClrScheme chgLayout">
        <pc:chgData name="Billy Morén" userId="ea0727e9-0d84-4983-a704-71839fe72dc0" providerId="ADAL" clId="{2B63FBD8-4DE5-5F5B-8D45-69097BBFD6E2}" dt="2026-09-28T12:25:07.143" v="1361" actId="14826"/>
        <pc:sldMkLst>
          <pc:docMk/>
          <pc:sldMk cId="3457985299" sldId="390"/>
        </pc:sldMkLst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2" creationId="{EA525D38-16A0-FADC-AFF2-F09A072E80FA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4" creationId="{79F470B2-EF56-72B3-958A-9FC98192E564}"/>
          </ac:spMkLst>
        </pc:spChg>
        <pc:spChg chg="mod ord">
          <ac:chgData name="Billy Morén" userId="ea0727e9-0d84-4983-a704-71839fe72dc0" providerId="ADAL" clId="{2B63FBD8-4DE5-5F5B-8D45-69097BBFD6E2}" dt="2026-09-28T12:24:40.810" v="1360" actId="700"/>
          <ac:spMkLst>
            <pc:docMk/>
            <pc:sldMk cId="3457985299" sldId="390"/>
            <ac:spMk id="5" creationId="{F2FDBAC1-F956-5364-58FC-6B80053A283F}"/>
          </ac:spMkLst>
        </pc:spChg>
        <pc:picChg chg="mod ord">
          <ac:chgData name="Billy Morén" userId="ea0727e9-0d84-4983-a704-71839fe72dc0" providerId="ADAL" clId="{2B63FBD8-4DE5-5F5B-8D45-69097BBFD6E2}" dt="2026-09-28T12:25:07.143" v="1361" actId="14826"/>
          <ac:picMkLst>
            <pc:docMk/>
            <pc:sldMk cId="3457985299" sldId="390"/>
            <ac:picMk id="7" creationId="{2602CCCF-6A2B-8A48-0B03-49E63995AD62}"/>
          </ac:picMkLst>
        </pc:picChg>
      </pc:sldChg>
      <pc:sldChg chg="addSp modSp mod chgLayout">
        <pc:chgData name="Billy Morén" userId="ea0727e9-0d84-4983-a704-71839fe72dc0" providerId="ADAL" clId="{2B63FBD8-4DE5-5F5B-8D45-69097BBFD6E2}" dt="2026-09-29T06:44:41.202" v="1390" actId="700"/>
        <pc:sldMkLst>
          <pc:docMk/>
          <pc:sldMk cId="2548351482" sldId="391"/>
        </pc:sldMkLst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2" creationId="{44C67F6F-A76B-CFF2-4CAD-B60F8C3AEE41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3" creationId="{FE6769CD-6158-4B0B-BC59-34984F580F2D}"/>
          </ac:spMkLst>
        </pc:spChg>
        <pc:spChg chg="mod ord">
          <ac:chgData name="Billy Morén" userId="ea0727e9-0d84-4983-a704-71839fe72dc0" providerId="ADAL" clId="{2B63FBD8-4DE5-5F5B-8D45-69097BBFD6E2}" dt="2026-09-29T06:44:41.202" v="1390" actId="700"/>
          <ac:spMkLst>
            <pc:docMk/>
            <pc:sldMk cId="2548351482" sldId="391"/>
            <ac:spMk id="4" creationId="{A1FD3E66-F427-3C99-93DC-5D2E5C6BB267}"/>
          </ac:spMkLst>
        </pc:spChg>
        <pc:picChg chg="add mod">
          <ac:chgData name="Billy Morén" userId="ea0727e9-0d84-4983-a704-71839fe72dc0" providerId="ADAL" clId="{2B63FBD8-4DE5-5F5B-8D45-69097BBFD6E2}" dt="2026-09-17T09:30:06.959" v="944" actId="1076"/>
          <ac:picMkLst>
            <pc:docMk/>
            <pc:sldMk cId="2548351482" sldId="391"/>
            <ac:picMk id="5" creationId="{725923F1-E352-9AD6-D5D8-FF7AEE58A489}"/>
          </ac:picMkLst>
        </pc:picChg>
      </pc:sldChg>
      <pc:sldChg chg="modSp mod">
        <pc:chgData name="Billy Morén" userId="ea0727e9-0d84-4983-a704-71839fe72dc0" providerId="ADAL" clId="{2B63FBD8-4DE5-5F5B-8D45-69097BBFD6E2}" dt="2026-09-28T12:22:47.941" v="1352" actId="20577"/>
        <pc:sldMkLst>
          <pc:docMk/>
          <pc:sldMk cId="1237516606" sldId="393"/>
        </pc:sldMkLst>
        <pc:spChg chg="mod">
          <ac:chgData name="Billy Morén" userId="ea0727e9-0d84-4983-a704-71839fe72dc0" providerId="ADAL" clId="{2B63FBD8-4DE5-5F5B-8D45-69097BBFD6E2}" dt="2026-09-28T12:22:47.941" v="1352" actId="20577"/>
          <ac:spMkLst>
            <pc:docMk/>
            <pc:sldMk cId="1237516606" sldId="393"/>
            <ac:spMk id="4" creationId="{97B90592-960E-C4E2-A21B-0B7B830B4558}"/>
          </ac:spMkLst>
        </pc:spChg>
      </pc:sldChg>
      <pc:sldChg chg="addSp delSp modSp mod chgLayout">
        <pc:chgData name="Billy Morén" userId="ea0727e9-0d84-4983-a704-71839fe72dc0" providerId="ADAL" clId="{2B63FBD8-4DE5-5F5B-8D45-69097BBFD6E2}" dt="2026-09-28T12:22:40.063" v="1350" actId="20577"/>
        <pc:sldMkLst>
          <pc:docMk/>
          <pc:sldMk cId="269950986" sldId="397"/>
        </pc:sldMkLst>
        <pc:spChg chg="add mod ord">
          <ac:chgData name="Billy Morén" userId="ea0727e9-0d84-4983-a704-71839fe72dc0" providerId="ADAL" clId="{2B63FBD8-4DE5-5F5B-8D45-69097BBFD6E2}" dt="2026-09-28T12:22:40.063" v="1350" actId="20577"/>
          <ac:spMkLst>
            <pc:docMk/>
            <pc:sldMk cId="269950986" sldId="397"/>
            <ac:spMk id="3" creationId="{36A27AC0-3B77-3A97-DA61-E2E0562FD97E}"/>
          </ac:spMkLst>
        </pc:spChg>
      </pc:sldChg>
      <pc:sldChg chg="addSp modSp mod modClrScheme chgLayout">
        <pc:chgData name="Billy Morén" userId="ea0727e9-0d84-4983-a704-71839fe72dc0" providerId="ADAL" clId="{2B63FBD8-4DE5-5F5B-8D45-69097BBFD6E2}" dt="2026-09-28T12:21:04.342" v="1340" actId="700"/>
        <pc:sldMkLst>
          <pc:docMk/>
          <pc:sldMk cId="2068127516" sldId="398"/>
        </pc:sldMkLst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1:04.342" v="1340" actId="700"/>
          <ac:spMkLst>
            <pc:docMk/>
            <pc:sldMk cId="2068127516" sldId="398"/>
            <ac:spMk id="4" creationId="{0C943786-BDC0-C810-A84C-7B07E5C5C527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08.369" v="1341" actId="700"/>
        <pc:sldMkLst>
          <pc:docMk/>
          <pc:sldMk cId="1336181370" sldId="399"/>
        </pc:sldMkLst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2" creationId="{2B7115A7-C131-F210-C9BC-7730451D501B}"/>
          </ac:spMkLst>
        </pc:spChg>
        <pc:spChg chg="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3" creationId="{83B30A1A-9821-3364-BED4-B76C630DBC0B}"/>
          </ac:spMkLst>
        </pc:spChg>
        <pc:spChg chg="add mod ord">
          <ac:chgData name="Billy Morén" userId="ea0727e9-0d84-4983-a704-71839fe72dc0" providerId="ADAL" clId="{2B63FBD8-4DE5-5F5B-8D45-69097BBFD6E2}" dt="2026-09-28T12:21:08.369" v="1341" actId="700"/>
          <ac:spMkLst>
            <pc:docMk/>
            <pc:sldMk cId="1336181370" sldId="399"/>
            <ac:spMk id="4" creationId="{D6C5BAC1-2A4B-7BF9-D815-8A4920B41846}"/>
          </ac:spMkLst>
        </pc:spChg>
      </pc:sldChg>
      <pc:sldChg chg="addSp modSp mod chgLayout">
        <pc:chgData name="Billy Morén" userId="ea0727e9-0d84-4983-a704-71839fe72dc0" providerId="ADAL" clId="{2B63FBD8-4DE5-5F5B-8D45-69097BBFD6E2}" dt="2026-09-28T12:21:12.374" v="1342" actId="700"/>
        <pc:sldMkLst>
          <pc:docMk/>
          <pc:sldMk cId="1296586646" sldId="400"/>
        </pc:sldMkLst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2" creationId="{9238E158-3010-2CBA-4993-C5BA3C2DF73E}"/>
          </ac:spMkLst>
        </pc:spChg>
        <pc:spChg chg="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3" creationId="{47AD2B3A-D5FF-3BBB-921F-0617B81C27B9}"/>
          </ac:spMkLst>
        </pc:spChg>
        <pc:spChg chg="add mod ord">
          <ac:chgData name="Billy Morén" userId="ea0727e9-0d84-4983-a704-71839fe72dc0" providerId="ADAL" clId="{2B63FBD8-4DE5-5F5B-8D45-69097BBFD6E2}" dt="2026-09-28T12:21:12.374" v="1342" actId="700"/>
          <ac:spMkLst>
            <pc:docMk/>
            <pc:sldMk cId="1296586646" sldId="400"/>
            <ac:spMk id="4" creationId="{67AC1D49-610E-B026-3132-447AB32A6572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59.501" v="1339" actId="700"/>
        <pc:sldMkLst>
          <pc:docMk/>
          <pc:sldMk cId="4098188321" sldId="401"/>
        </pc:sldMkLst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2" creationId="{918CAA7D-A4F4-20D8-AC0A-F030976D7DB5}"/>
          </ac:spMkLst>
        </pc:spChg>
        <pc:spChg chg="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3" creationId="{2C83BBF8-6030-74B2-9345-64FA80E87E80}"/>
          </ac:spMkLst>
        </pc:spChg>
        <pc:spChg chg="add mod ord">
          <ac:chgData name="Billy Morén" userId="ea0727e9-0d84-4983-a704-71839fe72dc0" providerId="ADAL" clId="{2B63FBD8-4DE5-5F5B-8D45-69097BBFD6E2}" dt="2026-09-28T12:20:59.501" v="1339" actId="700"/>
          <ac:spMkLst>
            <pc:docMk/>
            <pc:sldMk cId="4098188321" sldId="401"/>
            <ac:spMk id="4" creationId="{990BEE35-3837-C79A-123C-FADE6B9CB221}"/>
          </ac:spMkLst>
        </pc:spChg>
      </pc:sldChg>
      <pc:sldChg chg="addSp delSp modSp add mod delAnim">
        <pc:chgData name="Billy Morén" userId="ea0727e9-0d84-4983-a704-71839fe72dc0" providerId="ADAL" clId="{2B63FBD8-4DE5-5F5B-8D45-69097BBFD6E2}" dt="2026-09-29T06:44:32.336" v="1389" actId="207"/>
        <pc:sldMkLst>
          <pc:docMk/>
          <pc:sldMk cId="401602323" sldId="402"/>
        </pc:sldMkLst>
        <pc:spChg chg="mod">
          <ac:chgData name="Billy Morén" userId="ea0727e9-0d84-4983-a704-71839fe72dc0" providerId="ADAL" clId="{2B63FBD8-4DE5-5F5B-8D45-69097BBFD6E2}" dt="2026-09-29T06:44:32.336" v="1389" actId="207"/>
          <ac:spMkLst>
            <pc:docMk/>
            <pc:sldMk cId="401602323" sldId="402"/>
            <ac:spMk id="2" creationId="{68997001-AD98-678A-DB04-3B03BB6BBD46}"/>
          </ac:spMkLst>
        </pc:spChg>
        <pc:spChg chg="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3" creationId="{19451F7A-9463-9B7A-5E93-EE229CB7065F}"/>
          </ac:spMkLst>
        </pc:spChg>
        <pc:spChg chg="add del mod">
          <ac:chgData name="Billy Morén" userId="ea0727e9-0d84-4983-a704-71839fe72dc0" providerId="ADAL" clId="{2B63FBD8-4DE5-5F5B-8D45-69097BBFD6E2}" dt="2026-09-17T09:03:43.419" v="900" actId="20577"/>
          <ac:spMkLst>
            <pc:docMk/>
            <pc:sldMk cId="401602323" sldId="402"/>
            <ac:spMk id="4" creationId="{47F4A1BF-9FE7-E360-D5CD-F4F914979906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6" creationId="{DE9CFB75-CF19-E473-5F1D-F7461276FE4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7" creationId="{C8EA3CAC-1607-9DC5-3CAF-16776E349621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8" creationId="{B8CBE538-D32D-FBB3-52E4-AD3932CD4F9A}"/>
          </ac:spMkLst>
        </pc:spChg>
        <pc:spChg chg="add mod">
          <ac:chgData name="Billy Morén" userId="ea0727e9-0d84-4983-a704-71839fe72dc0" providerId="ADAL" clId="{2B63FBD8-4DE5-5F5B-8D45-69097BBFD6E2}" dt="2026-09-17T09:02:32.639" v="769" actId="1076"/>
          <ac:spMkLst>
            <pc:docMk/>
            <pc:sldMk cId="401602323" sldId="402"/>
            <ac:spMk id="9" creationId="{AB0CD23F-37A3-224A-88D2-AB484EAE2DB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0" creationId="{71314099-DCB6-D9B4-D648-2A7A50AF0AD4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1" creationId="{1317C0A2-EFB4-CB45-C001-DDABFD849349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2" creationId="{E646B3EB-E115-6291-65D8-AA3ED9A35528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3" creationId="{3A689551-8652-0E88-9A1E-CA9279361C20}"/>
          </ac:spMkLst>
        </pc:spChg>
        <pc:spChg chg="add mod">
          <ac:chgData name="Billy Morén" userId="ea0727e9-0d84-4983-a704-71839fe72dc0" providerId="ADAL" clId="{2B63FBD8-4DE5-5F5B-8D45-69097BBFD6E2}" dt="2026-09-17T09:02:14.890" v="764" actId="1076"/>
          <ac:spMkLst>
            <pc:docMk/>
            <pc:sldMk cId="401602323" sldId="402"/>
            <ac:spMk id="14" creationId="{EC397077-BE33-C3DF-DFA8-22DD343855EC}"/>
          </ac:spMkLst>
        </pc:spChg>
        <pc:picChg chg="add mod">
          <ac:chgData name="Billy Morén" userId="ea0727e9-0d84-4983-a704-71839fe72dc0" providerId="ADAL" clId="{2B63FBD8-4DE5-5F5B-8D45-69097BBFD6E2}" dt="2026-09-17T09:03:04.501" v="778" actId="1076"/>
          <ac:picMkLst>
            <pc:docMk/>
            <pc:sldMk cId="401602323" sldId="402"/>
            <ac:picMk id="15" creationId="{7AA8221F-C60A-ECE1-A2EB-8800836C24B2}"/>
          </ac:picMkLst>
        </pc:picChg>
      </pc:sldChg>
      <pc:sldChg chg="addSp delSp modSp add mod chgLayout">
        <pc:chgData name="Billy Morén" userId="ea0727e9-0d84-4983-a704-71839fe72dc0" providerId="ADAL" clId="{2B63FBD8-4DE5-5F5B-8D45-69097BBFD6E2}" dt="2026-09-28T12:18:22.896" v="1309" actId="700"/>
        <pc:sldMkLst>
          <pc:docMk/>
          <pc:sldMk cId="3569873228" sldId="404"/>
        </pc:sldMkLst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2" creationId="{35D96C47-2C8C-FB90-37A6-D644CE986B73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3" creationId="{9D269908-5067-BC39-F22A-661136FC1FEF}"/>
          </ac:spMkLst>
        </pc:spChg>
        <pc:spChg chg="mod ord">
          <ac:chgData name="Billy Morén" userId="ea0727e9-0d84-4983-a704-71839fe72dc0" providerId="ADAL" clId="{2B63FBD8-4DE5-5F5B-8D45-69097BBFD6E2}" dt="2026-09-28T12:18:22.896" v="1309" actId="700"/>
          <ac:spMkLst>
            <pc:docMk/>
            <pc:sldMk cId="3569873228" sldId="404"/>
            <ac:spMk id="4" creationId="{82311222-DA46-21CC-3BAD-99C9A92B7FA2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40.316" v="1336" actId="700"/>
        <pc:sldMkLst>
          <pc:docMk/>
          <pc:sldMk cId="1160735003" sldId="405"/>
        </pc:sldMkLst>
        <pc:spChg chg="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0.316" v="1336" actId="700"/>
          <ac:spMkLst>
            <pc:docMk/>
            <pc:sldMk cId="1160735003" sldId="405"/>
            <ac:spMk id="4" creationId="{49BEE814-0587-9D00-5917-460529C14B55}"/>
          </ac:spMkLst>
        </pc:spChg>
      </pc:sldChg>
      <pc:sldChg chg="addSp delSp modSp add mod modClrScheme chgLayout">
        <pc:chgData name="Billy Morén" userId="ea0727e9-0d84-4983-a704-71839fe72dc0" providerId="ADAL" clId="{2B63FBD8-4DE5-5F5B-8D45-69097BBFD6E2}" dt="2026-09-28T12:20:36.913" v="1335" actId="700"/>
        <pc:sldMkLst>
          <pc:docMk/>
          <pc:sldMk cId="504426738" sldId="406"/>
        </pc:sldMkLst>
        <pc:spChg chg="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36.913" v="1335" actId="700"/>
          <ac:spMkLst>
            <pc:docMk/>
            <pc:sldMk cId="504426738" sldId="406"/>
            <ac:spMk id="4" creationId="{E065A77C-878B-F4A7-DC4A-6C8EB6A567A1}"/>
          </ac:spMkLst>
        </pc:spChg>
      </pc:sldChg>
      <pc:sldChg chg="addSp modSp add mod chgLayout">
        <pc:chgData name="Billy Morén" userId="ea0727e9-0d84-4983-a704-71839fe72dc0" providerId="ADAL" clId="{2B63FBD8-4DE5-5F5B-8D45-69097BBFD6E2}" dt="2026-09-28T12:20:44.341" v="1337" actId="700"/>
        <pc:sldMkLst>
          <pc:docMk/>
          <pc:sldMk cId="2947886959" sldId="407"/>
        </pc:sldMkLst>
        <pc:spChg chg="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2" creationId="{6F1519CD-B9EA-F91D-9B93-1CBE4A3FC5E5}"/>
          </ac:spMkLst>
        </pc:spChg>
        <pc:spChg chg="add mod ord">
          <ac:chgData name="Billy Morén" userId="ea0727e9-0d84-4983-a704-71839fe72dc0" providerId="ADAL" clId="{2B63FBD8-4DE5-5F5B-8D45-69097BBFD6E2}" dt="2026-09-28T12:20:44.341" v="1337" actId="700"/>
          <ac:spMkLst>
            <pc:docMk/>
            <pc:sldMk cId="2947886959" sldId="407"/>
            <ac:spMk id="3" creationId="{0D6ED2FA-7440-2361-E0F2-41E4648F051F}"/>
          </ac:spMkLst>
        </pc:spChg>
      </pc:sldChg>
      <pc:sldChg chg="modSp add mod modClrScheme chgLayout">
        <pc:chgData name="Billy Morén" userId="ea0727e9-0d84-4983-a704-71839fe72dc0" providerId="ADAL" clId="{2B63FBD8-4DE5-5F5B-8D45-69097BBFD6E2}" dt="2026-09-28T12:19:06.298" v="1316" actId="700"/>
        <pc:sldMkLst>
          <pc:docMk/>
          <pc:sldMk cId="3114345432" sldId="408"/>
        </pc:sldMkLst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9:06.298" v="1316" actId="700"/>
          <ac:spMkLst>
            <pc:docMk/>
            <pc:sldMk cId="3114345432" sldId="408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093175833" sldId="410"/>
        </pc:sldMkLst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21:26.010" v="1343" actId="700"/>
          <ac:spMkLst>
            <pc:docMk/>
            <pc:sldMk cId="1093175833" sldId="410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3857220427" sldId="411"/>
        </pc:sldMkLst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1.103" v="1307" actId="14100"/>
          <ac:spMkLst>
            <pc:docMk/>
            <pc:sldMk cId="3857220427" sldId="411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06.852" v="1306" actId="700"/>
          <ac:spMkLst>
            <pc:docMk/>
            <pc:sldMk cId="3857220427" sldId="411"/>
            <ac:spMk id="4" creationId="{57EB16F7-3E2F-4FA6-7FA4-926329CBA7E2}"/>
          </ac:spMkLst>
        </pc:spChg>
      </pc:sldChg>
      <pc:sldChg chg="modSp add mod modShow chgLayout">
        <pc:chgData name="Billy Morén" userId="ea0727e9-0d84-4983-a704-71839fe72dc0" providerId="ADAL" clId="{2B63FBD8-4DE5-5F5B-8D45-69097BBFD6E2}" dt="2026-09-28T12:27:42.602" v="1362" actId="729"/>
        <pc:sldMkLst>
          <pc:docMk/>
          <pc:sldMk cId="1116140967" sldId="412"/>
        </pc:sldMkLst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2" creationId="{BA1A7B70-10B0-6AAC-52BF-C048173E3839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3" creationId="{F1DE9EFE-4E65-CC12-9693-F2D1DC85A77E}"/>
          </ac:spMkLst>
        </pc:spChg>
        <pc:spChg chg="mod ord">
          <ac:chgData name="Billy Morén" userId="ea0727e9-0d84-4983-a704-71839fe72dc0" providerId="ADAL" clId="{2B63FBD8-4DE5-5F5B-8D45-69097BBFD6E2}" dt="2026-09-28T12:18:16.132" v="1308" actId="700"/>
          <ac:spMkLst>
            <pc:docMk/>
            <pc:sldMk cId="1116140967" sldId="412"/>
            <ac:spMk id="4" creationId="{57EB16F7-3E2F-4FA6-7FA4-926329CBA7E2}"/>
          </ac:spMkLst>
        </pc:spChg>
      </pc:sldChg>
      <pc:sldChg chg="add">
        <pc:chgData name="Billy Morén" userId="ea0727e9-0d84-4983-a704-71839fe72dc0" providerId="ADAL" clId="{2B63FBD8-4DE5-5F5B-8D45-69097BBFD6E2}" dt="2026-09-28T12:24:36.705" v="1359"/>
        <pc:sldMkLst>
          <pc:docMk/>
          <pc:sldMk cId="2619156887" sldId="413"/>
        </pc:sldMkLst>
      </pc:sldChg>
      <pc:sldMasterChg chg="addSp delSp modSp mod addSldLayout modSldLayout sldLayoutOrd">
        <pc:chgData name="Billy Morén" userId="ea0727e9-0d84-4983-a704-71839fe72dc0" providerId="ADAL" clId="{2B63FBD8-4DE5-5F5B-8D45-69097BBFD6E2}" dt="2026-09-29T06:42:16.770" v="1373" actId="207"/>
        <pc:sldMasterMkLst>
          <pc:docMk/>
          <pc:sldMasterMk cId="861074927" sldId="2147483648"/>
        </pc:sldMasterMkLst>
        <pc:picChg chg="add del mod">
          <ac:chgData name="Billy Morén" userId="ea0727e9-0d84-4983-a704-71839fe72dc0" providerId="ADAL" clId="{2B63FBD8-4DE5-5F5B-8D45-69097BBFD6E2}" dt="2026-09-28T12:11:06.732" v="1246" actId="478"/>
          <ac:picMkLst>
            <pc:docMk/>
            <pc:sldMasterMk cId="861074927" sldId="2147483648"/>
            <ac:picMk id="6" creationId="{77DCC861-6908-489C-B13B-C692AC18EEC0}"/>
          </ac:picMkLst>
        </pc:picChg>
        <pc:sldLayoutChg chg="addSp delSp modSp mod">
          <pc:chgData name="Billy Morén" userId="ea0727e9-0d84-4983-a704-71839fe72dc0" providerId="ADAL" clId="{2B63FBD8-4DE5-5F5B-8D45-69097BBFD6E2}" dt="2026-09-28T12:14:30.236" v="1278" actId="1076"/>
          <pc:sldLayoutMkLst>
            <pc:docMk/>
            <pc:sldMasterMk cId="861074927" sldId="2147483648"/>
            <pc:sldLayoutMk cId="3434136701" sldId="2147483663"/>
          </pc:sldLayoutMkLst>
          <pc:spChg chg="add mod">
            <ac:chgData name="Billy Morén" userId="ea0727e9-0d84-4983-a704-71839fe72dc0" providerId="ADAL" clId="{2B63FBD8-4DE5-5F5B-8D45-69097BBFD6E2}" dt="2026-09-17T08:36:44.102" v="55" actId="207"/>
            <ac:spMkLst>
              <pc:docMk/>
              <pc:sldMasterMk cId="861074927" sldId="2147483648"/>
              <pc:sldLayoutMk cId="3434136701" sldId="2147483663"/>
              <ac:spMk id="3" creationId="{CE85F595-848F-F786-2B97-ABFD562D9348}"/>
            </ac:spMkLst>
          </pc:spChg>
          <pc:spChg chg="add mod">
            <ac:chgData name="Billy Morén" userId="ea0727e9-0d84-4983-a704-71839fe72dc0" providerId="ADAL" clId="{2B63FBD8-4DE5-5F5B-8D45-69097BBFD6E2}" dt="2026-09-28T12:14:30.236" v="1278" actId="1076"/>
            <ac:spMkLst>
              <pc:docMk/>
              <pc:sldMasterMk cId="861074927" sldId="2147483648"/>
              <pc:sldLayoutMk cId="3434136701" sldId="2147483663"/>
              <ac:spMk id="5" creationId="{BD8E086B-A989-FAFF-DB82-571BBF31E9EA}"/>
            </ac:spMkLst>
          </pc:spChg>
          <pc:picChg chg="add mod">
            <ac:chgData name="Billy Morén" userId="ea0727e9-0d84-4983-a704-71839fe72dc0" providerId="ADAL" clId="{2B63FBD8-4DE5-5F5B-8D45-69097BBFD6E2}" dt="2026-09-28T12:08:37.805" v="1217"/>
            <ac:picMkLst>
              <pc:docMk/>
              <pc:sldMasterMk cId="861074927" sldId="2147483648"/>
              <pc:sldLayoutMk cId="3434136701" sldId="2147483663"/>
              <ac:picMk id="6" creationId="{81C6392D-74C4-C0CA-72CA-82268F15DDD8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0.832" v="1271" actId="1076"/>
          <pc:sldLayoutMkLst>
            <pc:docMk/>
            <pc:sldMasterMk cId="861074927" sldId="2147483648"/>
            <pc:sldLayoutMk cId="1456004274" sldId="2147483665"/>
          </pc:sldLayoutMkLst>
          <pc:spChg chg="add mod">
            <ac:chgData name="Billy Morén" userId="ea0727e9-0d84-4983-a704-71839fe72dc0" providerId="ADAL" clId="{2B63FBD8-4DE5-5F5B-8D45-69097BBFD6E2}" dt="2026-09-28T12:14:00.832" v="1271" actId="1076"/>
            <ac:spMkLst>
              <pc:docMk/>
              <pc:sldMasterMk cId="861074927" sldId="2147483648"/>
              <pc:sldLayoutMk cId="1456004274" sldId="2147483665"/>
              <ac:spMk id="2" creationId="{7DEEDA0E-F149-4859-9AE2-E3854A276886}"/>
            </ac:spMkLst>
          </pc:spChg>
          <pc:spChg chg="mod">
            <ac:chgData name="Billy Morén" userId="ea0727e9-0d84-4983-a704-71839fe72dc0" providerId="ADAL" clId="{2B63FBD8-4DE5-5F5B-8D45-69097BBFD6E2}" dt="2026-09-17T08:35:02.643" v="26" actId="1076"/>
            <ac:spMkLst>
              <pc:docMk/>
              <pc:sldMasterMk cId="861074927" sldId="2147483648"/>
              <pc:sldLayoutMk cId="1456004274" sldId="2147483665"/>
              <ac:spMk id="10" creationId="{71C699DB-E46F-6166-8319-08C1F21C39F0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0.214" v="1273" actId="1076"/>
          <pc:sldLayoutMkLst>
            <pc:docMk/>
            <pc:sldMasterMk cId="861074927" sldId="2147483648"/>
            <pc:sldLayoutMk cId="196790271" sldId="2147483666"/>
          </pc:sldLayoutMkLst>
          <pc:spChg chg="add mod">
            <ac:chgData name="Billy Morén" userId="ea0727e9-0d84-4983-a704-71839fe72dc0" providerId="ADAL" clId="{2B63FBD8-4DE5-5F5B-8D45-69097BBFD6E2}" dt="2026-09-17T08:36:06.341" v="44"/>
            <ac:spMkLst>
              <pc:docMk/>
              <pc:sldMasterMk cId="861074927" sldId="2147483648"/>
              <pc:sldLayoutMk cId="196790271" sldId="2147483666"/>
              <ac:spMk id="3" creationId="{7CF11B21-74E2-B019-3168-A90CE516E0B7}"/>
            </ac:spMkLst>
          </pc:spChg>
          <pc:spChg chg="add mod">
            <ac:chgData name="Billy Morén" userId="ea0727e9-0d84-4983-a704-71839fe72dc0" providerId="ADAL" clId="{2B63FBD8-4DE5-5F5B-8D45-69097BBFD6E2}" dt="2026-09-28T12:14:10.214" v="1273" actId="1076"/>
            <ac:spMkLst>
              <pc:docMk/>
              <pc:sldMasterMk cId="861074927" sldId="2147483648"/>
              <pc:sldLayoutMk cId="196790271" sldId="2147483666"/>
              <ac:spMk id="4" creationId="{AA286CE0-CF2D-FBCF-82AF-ED4C08A4DE9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26.428" v="1283" actId="1076"/>
          <pc:sldLayoutMkLst>
            <pc:docMk/>
            <pc:sldMasterMk cId="861074927" sldId="2147483648"/>
            <pc:sldLayoutMk cId="867022208" sldId="2147483668"/>
          </pc:sldLayoutMkLst>
          <pc:spChg chg="add mod">
            <ac:chgData name="Billy Morén" userId="ea0727e9-0d84-4983-a704-71839fe72dc0" providerId="ADAL" clId="{2B63FBD8-4DE5-5F5B-8D45-69097BBFD6E2}" dt="2026-09-17T08:37:15.532" v="62"/>
            <ac:spMkLst>
              <pc:docMk/>
              <pc:sldMasterMk cId="861074927" sldId="2147483648"/>
              <pc:sldLayoutMk cId="867022208" sldId="2147483668"/>
              <ac:spMk id="3" creationId="{2F1314B0-4A48-D4DD-E7C8-1108A3D95494}"/>
            </ac:spMkLst>
          </pc:spChg>
          <pc:spChg chg="add mod">
            <ac:chgData name="Billy Morén" userId="ea0727e9-0d84-4983-a704-71839fe72dc0" providerId="ADAL" clId="{2B63FBD8-4DE5-5F5B-8D45-69097BBFD6E2}" dt="2026-09-28T12:15:26.428" v="1283" actId="1076"/>
            <ac:spMkLst>
              <pc:docMk/>
              <pc:sldMasterMk cId="861074927" sldId="2147483648"/>
              <pc:sldLayoutMk cId="867022208" sldId="2147483668"/>
              <ac:spMk id="5" creationId="{C09B3A22-787A-B9E9-E49A-A996E4820DB3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23:06.031" v="1353" actId="1076"/>
          <pc:sldLayoutMkLst>
            <pc:docMk/>
            <pc:sldMasterMk cId="861074927" sldId="2147483648"/>
            <pc:sldLayoutMk cId="471918605" sldId="2147483672"/>
          </pc:sldLayoutMkLst>
          <pc:spChg chg="mod">
            <ac:chgData name="Billy Morén" userId="ea0727e9-0d84-4983-a704-71839fe72dc0" providerId="ADAL" clId="{2B63FBD8-4DE5-5F5B-8D45-69097BBFD6E2}" dt="2026-09-28T12:23:06.031" v="1353" actId="1076"/>
            <ac:spMkLst>
              <pc:docMk/>
              <pc:sldMasterMk cId="861074927" sldId="2147483648"/>
              <pc:sldLayoutMk cId="471918605" sldId="2147483672"/>
              <ac:spMk id="2" creationId="{72E6AEB1-4F3C-E4AB-299B-B5283B26D393}"/>
            </ac:spMkLst>
          </pc:spChg>
          <pc:spChg chg="add mod">
            <ac:chgData name="Billy Morén" userId="ea0727e9-0d84-4983-a704-71839fe72dc0" providerId="ADAL" clId="{2B63FBD8-4DE5-5F5B-8D45-69097BBFD6E2}" dt="2026-09-17T08:36:19.281" v="48" actId="207"/>
            <ac:spMkLst>
              <pc:docMk/>
              <pc:sldMasterMk cId="861074927" sldId="2147483648"/>
              <pc:sldLayoutMk cId="471918605" sldId="2147483672"/>
              <ac:spMk id="3" creationId="{19B77643-C90C-E24E-B291-2E5213D4E2D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0.558" v="1365" actId="207"/>
          <pc:sldLayoutMkLst>
            <pc:docMk/>
            <pc:sldMasterMk cId="861074927" sldId="2147483648"/>
            <pc:sldLayoutMk cId="2376821268" sldId="2147483673"/>
          </pc:sldLayoutMkLst>
          <pc:spChg chg="add mod">
            <ac:chgData name="Billy Morén" userId="ea0727e9-0d84-4983-a704-71839fe72dc0" providerId="ADAL" clId="{2B63FBD8-4DE5-5F5B-8D45-69097BBFD6E2}" dt="2026-09-28T12:15:48.990" v="1287" actId="1076"/>
            <ac:spMkLst>
              <pc:docMk/>
              <pc:sldMasterMk cId="861074927" sldId="2147483648"/>
              <pc:sldLayoutMk cId="2376821268" sldId="2147483673"/>
              <ac:spMk id="3" creationId="{3BE6215B-68D2-E407-FB21-05D1F865B872}"/>
            </ac:spMkLst>
          </pc:spChg>
          <pc:spChg chg="mod">
            <ac:chgData name="Billy Morén" userId="ea0727e9-0d84-4983-a704-71839fe72dc0" providerId="ADAL" clId="{2B63FBD8-4DE5-5F5B-8D45-69097BBFD6E2}" dt="2026-09-29T06:41:20.558" v="1365" actId="207"/>
            <ac:spMkLst>
              <pc:docMk/>
              <pc:sldMasterMk cId="861074927" sldId="2147483648"/>
              <pc:sldLayoutMk cId="2376821268" sldId="2147483673"/>
              <ac:spMk id="4" creationId="{03CFF034-26D5-F924-2662-05A68D2366B6}"/>
            </ac:spMkLst>
          </pc:spChg>
          <pc:picChg chg="add mod">
            <ac:chgData name="Billy Morén" userId="ea0727e9-0d84-4983-a704-71839fe72dc0" providerId="ADAL" clId="{2B63FBD8-4DE5-5F5B-8D45-69097BBFD6E2}" dt="2026-09-28T12:09:32.180" v="1231" actId="1076"/>
            <ac:picMkLst>
              <pc:docMk/>
              <pc:sldMasterMk cId="861074927" sldId="2147483648"/>
              <pc:sldLayoutMk cId="2376821268" sldId="2147483673"/>
              <ac:picMk id="2" creationId="{4089B8AF-899B-4BE4-C889-BD55F3E5E554}"/>
            </ac:picMkLst>
          </pc:picChg>
        </pc:sldLayoutChg>
        <pc:sldLayoutChg chg="addSp delSp modSp mod setBg">
          <pc:chgData name="Billy Morén" userId="ea0727e9-0d84-4983-a704-71839fe72dc0" providerId="ADAL" clId="{2B63FBD8-4DE5-5F5B-8D45-69097BBFD6E2}" dt="2026-09-28T12:16:19.927" v="1292" actId="1076"/>
          <pc:sldLayoutMkLst>
            <pc:docMk/>
            <pc:sldMasterMk cId="861074927" sldId="2147483648"/>
            <pc:sldLayoutMk cId="433884374" sldId="2147483679"/>
          </pc:sldLayoutMkLst>
          <pc:spChg chg="mod">
            <ac:chgData name="Billy Morén" userId="ea0727e9-0d84-4983-a704-71839fe72dc0" providerId="ADAL" clId="{2B63FBD8-4DE5-5F5B-8D45-69097BBFD6E2}" dt="2026-09-17T09:20:11.688" v="927" actId="207"/>
            <ac:spMkLst>
              <pc:docMk/>
              <pc:sldMasterMk cId="861074927" sldId="2147483648"/>
              <pc:sldLayoutMk cId="433884374" sldId="2147483679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9.927" v="1292" actId="1076"/>
            <ac:spMkLst>
              <pc:docMk/>
              <pc:sldMasterMk cId="861074927" sldId="2147483648"/>
              <pc:sldLayoutMk cId="433884374" sldId="2147483679"/>
              <ac:spMk id="4" creationId="{CF16C80D-47CA-9152-94BC-99CDC42B7EFA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7:21.389" v="1302" actId="1076"/>
          <pc:sldLayoutMkLst>
            <pc:docMk/>
            <pc:sldMasterMk cId="861074927" sldId="2147483648"/>
            <pc:sldLayoutMk cId="2442603426" sldId="2147483680"/>
          </pc:sldLayoutMkLst>
          <pc:spChg chg="add mod">
            <ac:chgData name="Billy Morén" userId="ea0727e9-0d84-4983-a704-71839fe72dc0" providerId="ADAL" clId="{2B63FBD8-4DE5-5F5B-8D45-69097BBFD6E2}" dt="2026-09-28T12:17:21.389" v="1302" actId="1076"/>
            <ac:spMkLst>
              <pc:docMk/>
              <pc:sldMasterMk cId="861074927" sldId="2147483648"/>
              <pc:sldLayoutMk cId="2442603426" sldId="2147483680"/>
              <ac:spMk id="3" creationId="{4D0CC4D8-7AC4-EAFA-5F18-6694F5F99171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7:08.347" v="1301"/>
          <pc:sldLayoutMkLst>
            <pc:docMk/>
            <pc:sldMasterMk cId="861074927" sldId="2147483648"/>
            <pc:sldLayoutMk cId="2838049889" sldId="2147483684"/>
          </pc:sldLayoutMkLst>
          <pc:spChg chg="add mod">
            <ac:chgData name="Billy Morén" userId="ea0727e9-0d84-4983-a704-71839fe72dc0" providerId="ADAL" clId="{2B63FBD8-4DE5-5F5B-8D45-69097BBFD6E2}" dt="2026-09-28T12:17:08.347" v="1301"/>
            <ac:spMkLst>
              <pc:docMk/>
              <pc:sldMasterMk cId="861074927" sldId="2147483648"/>
              <pc:sldLayoutMk cId="2838049889" sldId="2147483684"/>
              <ac:spMk id="5" creationId="{A1B933F0-C2C0-E917-9467-E0744C03B9E5}"/>
            </ac:spMkLst>
          </pc:spChg>
          <pc:picChg chg="add mod">
            <ac:chgData name="Billy Morén" userId="ea0727e9-0d84-4983-a704-71839fe72dc0" providerId="ADAL" clId="{2B63FBD8-4DE5-5F5B-8D45-69097BBFD6E2}" dt="2026-09-28T12:12:50.516" v="1266" actId="1076"/>
            <ac:picMkLst>
              <pc:docMk/>
              <pc:sldMasterMk cId="861074927" sldId="2147483648"/>
              <pc:sldLayoutMk cId="2838049889" sldId="2147483684"/>
              <ac:picMk id="3" creationId="{93C7E04E-1AEA-64CF-7D49-EDDADC76E4F6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09.422" v="1371" actId="207"/>
          <pc:sldLayoutMkLst>
            <pc:docMk/>
            <pc:sldMasterMk cId="861074927" sldId="2147483648"/>
            <pc:sldLayoutMk cId="1538835077" sldId="2147483685"/>
          </pc:sldLayoutMkLst>
          <pc:spChg chg="add mod">
            <ac:chgData name="Billy Morén" userId="ea0727e9-0d84-4983-a704-71839fe72dc0" providerId="ADAL" clId="{2B63FBD8-4DE5-5F5B-8D45-69097BBFD6E2}" dt="2026-09-28T12:13:57.611" v="1270" actId="1076"/>
            <ac:spMkLst>
              <pc:docMk/>
              <pc:sldMasterMk cId="861074927" sldId="2147483648"/>
              <pc:sldLayoutMk cId="1538835077" sldId="2147483685"/>
              <ac:spMk id="2" creationId="{5ACE673D-C6D8-C36B-AEB8-F2D150637221}"/>
            </ac:spMkLst>
          </pc:spChg>
          <pc:spChg chg="add mod">
            <ac:chgData name="Billy Morén" userId="ea0727e9-0d84-4983-a704-71839fe72dc0" providerId="ADAL" clId="{2B63FBD8-4DE5-5F5B-8D45-69097BBFD6E2}" dt="2026-09-17T08:35:09.260" v="28"/>
            <ac:spMkLst>
              <pc:docMk/>
              <pc:sldMasterMk cId="861074927" sldId="2147483648"/>
              <pc:sldLayoutMk cId="1538835077" sldId="2147483685"/>
              <ac:spMk id="4" creationId="{8C50EF18-0BDB-7AAC-92E2-985BA02C99F5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3" creationId="{961CF354-270B-0A6C-9BA1-9C1D2795849D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4" creationId="{CFA5E450-BA62-980B-FB05-B26081BBF843}"/>
            </ac:spMkLst>
          </pc:spChg>
          <pc:spChg chg="mod">
            <ac:chgData name="Billy Morén" userId="ea0727e9-0d84-4983-a704-71839fe72dc0" providerId="ADAL" clId="{2B63FBD8-4DE5-5F5B-8D45-69097BBFD6E2}" dt="2026-09-29T06:42:09.422" v="1371" actId="207"/>
            <ac:spMkLst>
              <pc:docMk/>
              <pc:sldMasterMk cId="861074927" sldId="2147483648"/>
              <pc:sldLayoutMk cId="1538835077" sldId="2147483685"/>
              <ac:spMk id="15" creationId="{81151D3E-8B08-507C-A302-D85A374D7095}"/>
            </ac:spMkLst>
          </pc:spChg>
          <pc:picChg chg="add mod">
            <ac:chgData name="Billy Morén" userId="ea0727e9-0d84-4983-a704-71839fe72dc0" providerId="ADAL" clId="{2B63FBD8-4DE5-5F5B-8D45-69097BBFD6E2}" dt="2026-09-28T12:07:41.804" v="1198"/>
            <ac:picMkLst>
              <pc:docMk/>
              <pc:sldMasterMk cId="861074927" sldId="2147483648"/>
              <pc:sldLayoutMk cId="1538835077" sldId="2147483685"/>
              <ac:picMk id="3" creationId="{76C80716-FCB5-5A7D-65C8-CBA38E1E2F7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19.615" v="1182"/>
          <pc:sldLayoutMkLst>
            <pc:docMk/>
            <pc:sldMasterMk cId="861074927" sldId="2147483648"/>
            <pc:sldLayoutMk cId="1212185818" sldId="2147483688"/>
          </pc:sldLayoutMkLst>
          <pc:spChg chg="add mod">
            <ac:chgData name="Billy Morén" userId="ea0727e9-0d84-4983-a704-71839fe72dc0" providerId="ADAL" clId="{2B63FBD8-4DE5-5F5B-8D45-69097BBFD6E2}" dt="2026-09-17T08:35:34.439" v="37"/>
            <ac:spMkLst>
              <pc:docMk/>
              <pc:sldMasterMk cId="861074927" sldId="2147483648"/>
              <pc:sldLayoutMk cId="1212185818" sldId="2147483688"/>
              <ac:spMk id="2" creationId="{958E4508-7165-4AC6-BD89-849F1C5EF962}"/>
            </ac:spMkLst>
          </pc:spChg>
          <pc:spChg chg="add mod">
            <ac:chgData name="Billy Morén" userId="ea0727e9-0d84-4983-a704-71839fe72dc0" providerId="ADAL" clId="{2B63FBD8-4DE5-5F5B-8D45-69097BBFD6E2}" dt="2026-09-28T12:06:19.615" v="1182"/>
            <ac:spMkLst>
              <pc:docMk/>
              <pc:sldMasterMk cId="861074927" sldId="2147483648"/>
              <pc:sldLayoutMk cId="1212185818" sldId="2147483688"/>
              <ac:spMk id="4" creationId="{71DB203A-DEDA-EADC-799E-BF0A306056CF}"/>
            </ac:spMkLst>
          </pc:spChg>
          <pc:spChg chg="mod">
            <ac:chgData name="Billy Morén" userId="ea0727e9-0d84-4983-a704-71839fe72dc0" providerId="ADAL" clId="{2B63FBD8-4DE5-5F5B-8D45-69097BBFD6E2}" dt="2026-09-17T08:32:08.614" v="17" actId="20577"/>
            <ac:spMkLst>
              <pc:docMk/>
              <pc:sldMasterMk cId="861074927" sldId="2147483648"/>
              <pc:sldLayoutMk cId="1212185818" sldId="2147483688"/>
              <ac:spMk id="9" creationId="{3886F898-33AF-70AF-A857-4A2BDF3DA106}"/>
            </ac:spMkLst>
          </pc:spChg>
          <pc:picChg chg="add mod">
            <ac:chgData name="Billy Morén" userId="ea0727e9-0d84-4983-a704-71839fe72dc0" providerId="ADAL" clId="{2B63FBD8-4DE5-5F5B-8D45-69097BBFD6E2}" dt="2026-09-28T12:06:19.615" v="1182"/>
            <ac:picMkLst>
              <pc:docMk/>
              <pc:sldMasterMk cId="861074927" sldId="2147483648"/>
              <pc:sldLayoutMk cId="1212185818" sldId="2147483688"/>
              <ac:picMk id="5" creationId="{FACE4418-FC10-4001-3B77-CD7D0D790D2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7:07.510" v="1188" actId="1076"/>
          <pc:sldLayoutMkLst>
            <pc:docMk/>
            <pc:sldMasterMk cId="861074927" sldId="2147483648"/>
            <pc:sldLayoutMk cId="2999024077" sldId="2147483691"/>
          </pc:sldLayoutMkLst>
          <pc:spChg chg="add mod">
            <ac:chgData name="Billy Morén" userId="ea0727e9-0d84-4983-a704-71839fe72dc0" providerId="ADAL" clId="{2B63FBD8-4DE5-5F5B-8D45-69097BBFD6E2}" dt="2026-09-17T08:35:23.874" v="34"/>
            <ac:spMkLst>
              <pc:docMk/>
              <pc:sldMasterMk cId="861074927" sldId="2147483648"/>
              <pc:sldLayoutMk cId="2999024077" sldId="2147483691"/>
              <ac:spMk id="5" creationId="{3C608FEE-3B18-9F24-DF69-69D5995890F6}"/>
            </ac:spMkLst>
          </pc:spChg>
          <pc:spChg chg="mod">
            <ac:chgData name="Billy Morén" userId="ea0727e9-0d84-4983-a704-71839fe72dc0" providerId="ADAL" clId="{2B63FBD8-4DE5-5F5B-8D45-69097BBFD6E2}" dt="2026-09-28T12:07:07.510" v="1188" actId="1076"/>
            <ac:spMkLst>
              <pc:docMk/>
              <pc:sldMasterMk cId="861074927" sldId="2147483648"/>
              <pc:sldLayoutMk cId="2999024077" sldId="2147483691"/>
              <ac:spMk id="9" creationId="{6C994B76-1E59-312B-E313-1A5432229B9D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5:19.040" v="1282" actId="1076"/>
          <pc:sldLayoutMkLst>
            <pc:docMk/>
            <pc:sldMasterMk cId="861074927" sldId="2147483648"/>
            <pc:sldLayoutMk cId="3446158659" sldId="2147483707"/>
          </pc:sldLayoutMkLst>
          <pc:spChg chg="add mod">
            <ac:chgData name="Billy Morén" userId="ea0727e9-0d84-4983-a704-71839fe72dc0" providerId="ADAL" clId="{2B63FBD8-4DE5-5F5B-8D45-69097BBFD6E2}" dt="2026-09-17T08:37:03.196" v="60"/>
            <ac:spMkLst>
              <pc:docMk/>
              <pc:sldMasterMk cId="861074927" sldId="2147483648"/>
              <pc:sldLayoutMk cId="3446158659" sldId="2147483707"/>
              <ac:spMk id="2" creationId="{088A5F7D-F529-5067-2E29-6DE483BB3226}"/>
            </ac:spMkLst>
          </pc:spChg>
          <pc:spChg chg="add mod">
            <ac:chgData name="Billy Morén" userId="ea0727e9-0d84-4983-a704-71839fe72dc0" providerId="ADAL" clId="{2B63FBD8-4DE5-5F5B-8D45-69097BBFD6E2}" dt="2026-09-28T12:15:19.040" v="1282" actId="1076"/>
            <ac:spMkLst>
              <pc:docMk/>
              <pc:sldMasterMk cId="861074927" sldId="2147483648"/>
              <pc:sldLayoutMk cId="3446158659" sldId="2147483707"/>
              <ac:spMk id="3" creationId="{6D92D51F-B895-9D88-10F0-5650129B65CB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14:14.065" v="1274" actId="1076"/>
          <pc:sldLayoutMkLst>
            <pc:docMk/>
            <pc:sldMasterMk cId="861074927" sldId="2147483648"/>
            <pc:sldLayoutMk cId="5934999" sldId="2147483708"/>
          </pc:sldLayoutMkLst>
          <pc:spChg chg="add mod">
            <ac:chgData name="Billy Morén" userId="ea0727e9-0d84-4983-a704-71839fe72dc0" providerId="ADAL" clId="{2B63FBD8-4DE5-5F5B-8D45-69097BBFD6E2}" dt="2026-09-17T08:36:11.317" v="46"/>
            <ac:spMkLst>
              <pc:docMk/>
              <pc:sldMasterMk cId="861074927" sldId="2147483648"/>
              <pc:sldLayoutMk cId="5934999" sldId="2147483708"/>
              <ac:spMk id="2" creationId="{543FB549-0CDE-78B8-4A55-0A247FAD8471}"/>
            </ac:spMkLst>
          </pc:spChg>
          <pc:spChg chg="add mod">
            <ac:chgData name="Billy Morén" userId="ea0727e9-0d84-4983-a704-71839fe72dc0" providerId="ADAL" clId="{2B63FBD8-4DE5-5F5B-8D45-69097BBFD6E2}" dt="2026-09-28T12:14:14.065" v="1274" actId="1076"/>
            <ac:spMkLst>
              <pc:docMk/>
              <pc:sldMasterMk cId="861074927" sldId="2147483648"/>
              <pc:sldLayoutMk cId="5934999" sldId="2147483708"/>
              <ac:spMk id="4" creationId="{60233B4A-4AEE-D01F-4FDE-882A555E0EBF}"/>
            </ac:spMkLst>
          </pc:spChg>
          <pc:spChg chg="mod">
            <ac:chgData name="Billy Morén" userId="ea0727e9-0d84-4983-a704-71839fe72dc0" providerId="ADAL" clId="{2B63FBD8-4DE5-5F5B-8D45-69097BBFD6E2}" dt="2026-09-17T08:55:33.427" v="617" actId="1037"/>
            <ac:spMkLst>
              <pc:docMk/>
              <pc:sldMasterMk cId="861074927" sldId="2147483648"/>
              <pc:sldLayoutMk cId="5934999" sldId="2147483708"/>
              <ac:spMk id="15" creationId="{4BAF3741-3DF2-B4DD-06C8-E4E589BBE1C3}"/>
            </ac:spMkLst>
          </pc:spChg>
          <pc:spChg chg="mod">
            <ac:chgData name="Billy Morén" userId="ea0727e9-0d84-4983-a704-71839fe72dc0" providerId="ADAL" clId="{2B63FBD8-4DE5-5F5B-8D45-69097BBFD6E2}" dt="2026-09-17T08:55:37.813" v="618" actId="1076"/>
            <ac:spMkLst>
              <pc:docMk/>
              <pc:sldMasterMk cId="861074927" sldId="2147483648"/>
              <pc:sldLayoutMk cId="5934999" sldId="2147483708"/>
              <ac:spMk id="21" creationId="{8840E7B8-D73D-BCF2-4CA4-AF99E40A087C}"/>
            </ac:spMkLst>
          </pc:spChg>
          <pc:spChg chg="mod">
            <ac:chgData name="Billy Morén" userId="ea0727e9-0d84-4983-a704-71839fe72dc0" providerId="ADAL" clId="{2B63FBD8-4DE5-5F5B-8D45-69097BBFD6E2}" dt="2026-09-17T08:55:42.009" v="619" actId="1076"/>
            <ac:spMkLst>
              <pc:docMk/>
              <pc:sldMasterMk cId="861074927" sldId="2147483648"/>
              <pc:sldLayoutMk cId="5934999" sldId="2147483708"/>
              <ac:spMk id="22" creationId="{4F752EF6-5E6A-856C-BFCD-BD14B9E1A6CE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8T12:06:13.327" v="1180" actId="21"/>
          <pc:sldLayoutMkLst>
            <pc:docMk/>
            <pc:sldMasterMk cId="861074927" sldId="2147483648"/>
            <pc:sldLayoutMk cId="1781462861" sldId="2147483718"/>
          </pc:sldLayoutMkLst>
          <pc:spChg chg="add mod">
            <ac:chgData name="Billy Morén" userId="ea0727e9-0d84-4983-a704-71839fe72dc0" providerId="ADAL" clId="{2B63FBD8-4DE5-5F5B-8D45-69097BBFD6E2}" dt="2026-09-17T08:35:38.020" v="38"/>
            <ac:spMkLst>
              <pc:docMk/>
              <pc:sldMasterMk cId="861074927" sldId="2147483648"/>
              <pc:sldLayoutMk cId="1781462861" sldId="2147483718"/>
              <ac:spMk id="2" creationId="{82ECE974-2F78-F15B-F05A-B73BB394C5BC}"/>
            </ac:spMkLst>
          </pc:spChg>
          <pc:spChg chg="mod">
            <ac:chgData name="Billy Morén" userId="ea0727e9-0d84-4983-a704-71839fe72dc0" providerId="ADAL" clId="{2B63FBD8-4DE5-5F5B-8D45-69097BBFD6E2}" dt="2026-09-17T08:32:00.207" v="14" actId="20577"/>
            <ac:spMkLst>
              <pc:docMk/>
              <pc:sldMasterMk cId="861074927" sldId="2147483648"/>
              <pc:sldLayoutMk cId="1781462861" sldId="2147483718"/>
              <ac:spMk id="8" creationId="{DE4227B8-F11B-F365-AC54-81135312A0DC}"/>
            </ac:spMkLst>
          </pc:spChg>
          <pc:spChg chg="add del mod">
            <ac:chgData name="Billy Morén" userId="ea0727e9-0d84-4983-a704-71839fe72dc0" providerId="ADAL" clId="{2B63FBD8-4DE5-5F5B-8D45-69097BBFD6E2}" dt="2026-09-28T12:06:13.327" v="1180" actId="21"/>
            <ac:spMkLst>
              <pc:docMk/>
              <pc:sldMasterMk cId="861074927" sldId="2147483648"/>
              <pc:sldLayoutMk cId="1781462861" sldId="2147483718"/>
              <ac:spMk id="18" creationId="{0F3EBE70-E918-A317-CA5D-BA61322BEC4E}"/>
            </ac:spMkLst>
          </pc:spChg>
          <pc:picChg chg="add del mod">
            <ac:chgData name="Billy Morén" userId="ea0727e9-0d84-4983-a704-71839fe72dc0" providerId="ADAL" clId="{2B63FBD8-4DE5-5F5B-8D45-69097BBFD6E2}" dt="2026-09-28T12:06:13.327" v="1180" actId="21"/>
            <ac:picMkLst>
              <pc:docMk/>
              <pc:sldMasterMk cId="861074927" sldId="2147483648"/>
              <pc:sldLayoutMk cId="1781462861" sldId="2147483718"/>
              <ac:picMk id="3" creationId="{1DB935A4-3AD0-B394-981B-C744C32A6B5D}"/>
            </ac:picMkLst>
          </pc:picChg>
        </pc:sldLayoutChg>
        <pc:sldLayoutChg chg="addSp modSp mod">
          <pc:chgData name="Billy Morén" userId="ea0727e9-0d84-4983-a704-71839fe72dc0" providerId="ADAL" clId="{2B63FBD8-4DE5-5F5B-8D45-69097BBFD6E2}" dt="2026-09-28T12:05:53.004" v="1176" actId="1076"/>
          <pc:sldLayoutMkLst>
            <pc:docMk/>
            <pc:sldMasterMk cId="861074927" sldId="2147483648"/>
            <pc:sldLayoutMk cId="2265358426" sldId="2147483719"/>
          </pc:sldLayoutMkLst>
          <pc:spChg chg="mod">
            <ac:chgData name="Billy Morén" userId="ea0727e9-0d84-4983-a704-71839fe72dc0" providerId="ADAL" clId="{2B63FBD8-4DE5-5F5B-8D45-69097BBFD6E2}" dt="2026-09-17T08:31:47.926" v="10" actId="255"/>
            <ac:spMkLst>
              <pc:docMk/>
              <pc:sldMasterMk cId="861074927" sldId="2147483648"/>
              <pc:sldLayoutMk cId="2265358426" sldId="2147483719"/>
              <ac:spMk id="2" creationId="{7AF8C8A0-0D80-6187-AFA3-8B3B3C232B6D}"/>
            </ac:spMkLst>
          </pc:spChg>
          <pc:spChg chg="add mod">
            <ac:chgData name="Billy Morén" userId="ea0727e9-0d84-4983-a704-71839fe72dc0" providerId="ADAL" clId="{2B63FBD8-4DE5-5F5B-8D45-69097BBFD6E2}" dt="2026-09-17T08:35:42.410" v="40" actId="207"/>
            <ac:spMkLst>
              <pc:docMk/>
              <pc:sldMasterMk cId="861074927" sldId="2147483648"/>
              <pc:sldLayoutMk cId="2265358426" sldId="2147483719"/>
              <ac:spMk id="3" creationId="{74195A1E-669B-0CAF-3C0B-416321EE03D2}"/>
            </ac:spMkLst>
          </pc:spChg>
          <pc:spChg chg="mod">
            <ac:chgData name="Billy Morén" userId="ea0727e9-0d84-4983-a704-71839fe72dc0" providerId="ADAL" clId="{2B63FBD8-4DE5-5F5B-8D45-69097BBFD6E2}" dt="2026-09-28T12:05:53.004" v="1176" actId="1076"/>
            <ac:spMkLst>
              <pc:docMk/>
              <pc:sldMasterMk cId="861074927" sldId="2147483648"/>
              <pc:sldLayoutMk cId="2265358426" sldId="2147483719"/>
              <ac:spMk id="9" creationId="{12C9A999-7140-A1CF-1A23-4566B1E81142}"/>
            </ac:spMkLst>
          </pc:spChg>
          <pc:picChg chg="add mod">
            <ac:chgData name="Billy Morén" userId="ea0727e9-0d84-4983-a704-71839fe72dc0" providerId="ADAL" clId="{2B63FBD8-4DE5-5F5B-8D45-69097BBFD6E2}" dt="2026-09-28T12:05:48.229" v="1175" actId="1076"/>
            <ac:picMkLst>
              <pc:docMk/>
              <pc:sldMasterMk cId="861074927" sldId="2147483648"/>
              <pc:sldLayoutMk cId="2265358426" sldId="2147483719"/>
              <ac:picMk id="4" creationId="{88AAF740-2C00-626A-D164-39CD37DC552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50.084" v="1367" actId="207"/>
          <pc:sldLayoutMkLst>
            <pc:docMk/>
            <pc:sldMasterMk cId="861074927" sldId="2147483648"/>
            <pc:sldLayoutMk cId="733784089" sldId="2147483720"/>
          </pc:sldLayoutMkLst>
          <pc:spChg chg="add mod">
            <ac:chgData name="Billy Morén" userId="ea0727e9-0d84-4983-a704-71839fe72dc0" providerId="ADAL" clId="{2B63FBD8-4DE5-5F5B-8D45-69097BBFD6E2}" dt="2026-09-17T08:36:27.849" v="50" actId="207"/>
            <ac:spMkLst>
              <pc:docMk/>
              <pc:sldMasterMk cId="861074927" sldId="2147483648"/>
              <pc:sldLayoutMk cId="733784089" sldId="2147483720"/>
              <ac:spMk id="2" creationId="{22872FD8-B2D7-0611-6288-703ACA5E703A}"/>
            </ac:spMkLst>
          </pc:spChg>
          <pc:spChg chg="mod">
            <ac:chgData name="Billy Morén" userId="ea0727e9-0d84-4983-a704-71839fe72dc0" providerId="ADAL" clId="{2B63FBD8-4DE5-5F5B-8D45-69097BBFD6E2}" dt="2026-09-29T06:41:50.084" v="1367" actId="207"/>
            <ac:spMkLst>
              <pc:docMk/>
              <pc:sldMasterMk cId="861074927" sldId="2147483648"/>
              <pc:sldLayoutMk cId="733784089" sldId="2147483720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19.925" v="1275" actId="1076"/>
            <ac:spMkLst>
              <pc:docMk/>
              <pc:sldMasterMk cId="861074927" sldId="2147483648"/>
              <pc:sldLayoutMk cId="733784089" sldId="2147483720"/>
              <ac:spMk id="5" creationId="{AC94BD93-4BDC-FD51-BCBC-F484476C4980}"/>
            </ac:spMkLst>
          </pc:spChg>
          <pc:picChg chg="add mod">
            <ac:chgData name="Billy Morén" userId="ea0727e9-0d84-4983-a704-71839fe72dc0" providerId="ADAL" clId="{2B63FBD8-4DE5-5F5B-8D45-69097BBFD6E2}" dt="2026-09-28T12:08:23.878" v="1211"/>
            <ac:picMkLst>
              <pc:docMk/>
              <pc:sldMasterMk cId="861074927" sldId="2147483648"/>
              <pc:sldLayoutMk cId="733784089" sldId="2147483720"/>
              <ac:picMk id="6" creationId="{9E4B6C92-50CA-FC54-F210-7C54B345F7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1:13.246" v="1364" actId="207"/>
          <pc:sldLayoutMkLst>
            <pc:docMk/>
            <pc:sldMasterMk cId="861074927" sldId="2147483648"/>
            <pc:sldLayoutMk cId="1364791073" sldId="2147483721"/>
          </pc:sldLayoutMkLst>
          <pc:spChg chg="mod">
            <ac:chgData name="Billy Morén" userId="ea0727e9-0d84-4983-a704-71839fe72dc0" providerId="ADAL" clId="{2B63FBD8-4DE5-5F5B-8D45-69097BBFD6E2}" dt="2026-09-29T06:41:13.246" v="1364" actId="207"/>
            <ac:spMkLst>
              <pc:docMk/>
              <pc:sldMasterMk cId="861074927" sldId="2147483648"/>
              <pc:sldLayoutMk cId="1364791073" sldId="2147483721"/>
              <ac:spMk id="4" creationId="{03CFF034-26D5-F924-2662-05A68D2366B6}"/>
            </ac:spMkLst>
          </pc:spChg>
          <pc:spChg chg="mod">
            <ac:chgData name="Billy Morén" userId="ea0727e9-0d84-4983-a704-71839fe72dc0" providerId="ADAL" clId="{2B63FBD8-4DE5-5F5B-8D45-69097BBFD6E2}" dt="2026-09-29T06:41:08.575" v="1363" actId="207"/>
            <ac:spMkLst>
              <pc:docMk/>
              <pc:sldMasterMk cId="861074927" sldId="2147483648"/>
              <pc:sldLayoutMk cId="1364791073" sldId="2147483721"/>
              <ac:spMk id="5" creationId="{F6F21B29-877F-3A19-C64D-3B4F3CFF8644}"/>
            </ac:spMkLst>
          </pc:spChg>
          <pc:spChg chg="add mod">
            <ac:chgData name="Billy Morén" userId="ea0727e9-0d84-4983-a704-71839fe72dc0" providerId="ADAL" clId="{2B63FBD8-4DE5-5F5B-8D45-69097BBFD6E2}" dt="2026-09-28T12:16:01.188" v="1288" actId="1076"/>
            <ac:spMkLst>
              <pc:docMk/>
              <pc:sldMasterMk cId="861074927" sldId="2147483648"/>
              <pc:sldLayoutMk cId="1364791073" sldId="2147483721"/>
              <ac:spMk id="10" creationId="{8B40D54F-C3BB-A281-4309-D5D848A67281}"/>
            </ac:spMkLst>
          </pc:spChg>
          <pc:picChg chg="add mod">
            <ac:chgData name="Billy Morén" userId="ea0727e9-0d84-4983-a704-71839fe72dc0" providerId="ADAL" clId="{2B63FBD8-4DE5-5F5B-8D45-69097BBFD6E2}" dt="2026-09-28T12:10:10.706" v="1239"/>
            <ac:picMkLst>
              <pc:docMk/>
              <pc:sldMasterMk cId="861074927" sldId="2147483648"/>
              <pc:sldLayoutMk cId="1364791073" sldId="2147483721"/>
              <ac:picMk id="7" creationId="{59F9DCAD-81C3-D596-E962-4CE77DEED34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23.736" v="1293" actId="1076"/>
          <pc:sldLayoutMkLst>
            <pc:docMk/>
            <pc:sldMasterMk cId="861074927" sldId="2147483648"/>
            <pc:sldLayoutMk cId="3067367535" sldId="2147483724"/>
          </pc:sldLayoutMkLst>
          <pc:spChg chg="add mod">
            <ac:chgData name="Billy Morén" userId="ea0727e9-0d84-4983-a704-71839fe72dc0" providerId="ADAL" clId="{2B63FBD8-4DE5-5F5B-8D45-69097BBFD6E2}" dt="2026-09-28T12:16:23.736" v="1293" actId="1076"/>
            <ac:spMkLst>
              <pc:docMk/>
              <pc:sldMasterMk cId="861074927" sldId="2147483648"/>
              <pc:sldLayoutMk cId="3067367535" sldId="2147483724"/>
              <ac:spMk id="5" creationId="{6FD61E7E-D288-5C5B-8127-31914EC6FB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25.184" v="1366" actId="207"/>
          <pc:sldLayoutMkLst>
            <pc:docMk/>
            <pc:sldMasterMk cId="861074927" sldId="2147483648"/>
            <pc:sldLayoutMk cId="746839236" sldId="2147483725"/>
          </pc:sldLayoutMkLst>
          <pc:spChg chg="add mod">
            <ac:chgData name="Billy Morén" userId="ea0727e9-0d84-4983-a704-71839fe72dc0" providerId="ADAL" clId="{2B63FBD8-4DE5-5F5B-8D45-69097BBFD6E2}" dt="2026-09-28T12:17:31.964" v="1305" actId="1036"/>
            <ac:spMkLst>
              <pc:docMk/>
              <pc:sldMasterMk cId="861074927" sldId="2147483648"/>
              <pc:sldLayoutMk cId="746839236" sldId="2147483725"/>
              <ac:spMk id="3" creationId="{F575E412-EF85-4A59-E8E7-CD746EC4BEAE}"/>
            </ac:spMkLst>
          </pc:spChg>
          <pc:spChg chg="mod">
            <ac:chgData name="Billy Morén" userId="ea0727e9-0d84-4983-a704-71839fe72dc0" providerId="ADAL" clId="{2B63FBD8-4DE5-5F5B-8D45-69097BBFD6E2}" dt="2026-09-29T06:41:25.184" v="1366" actId="207"/>
            <ac:spMkLst>
              <pc:docMk/>
              <pc:sldMasterMk cId="861074927" sldId="2147483648"/>
              <pc:sldLayoutMk cId="746839236" sldId="2147483725"/>
              <ac:spMk id="4" creationId="{03CFF034-26D5-F924-2662-05A68D2366B6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2:02.269" v="1370" actId="207"/>
          <pc:sldLayoutMkLst>
            <pc:docMk/>
            <pc:sldMasterMk cId="861074927" sldId="2147483648"/>
            <pc:sldLayoutMk cId="1025846133" sldId="2147483726"/>
          </pc:sldLayoutMkLst>
          <pc:spChg chg="mod">
            <ac:chgData name="Billy Morén" userId="ea0727e9-0d84-4983-a704-71839fe72dc0" providerId="ADAL" clId="{2B63FBD8-4DE5-5F5B-8D45-69097BBFD6E2}" dt="2026-09-29T06:42:02.269" v="1370" actId="207"/>
            <ac:spMkLst>
              <pc:docMk/>
              <pc:sldMasterMk cId="861074927" sldId="2147483648"/>
              <pc:sldLayoutMk cId="1025846133" sldId="2147483726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17T08:36:34.990" v="53"/>
            <ac:spMkLst>
              <pc:docMk/>
              <pc:sldMasterMk cId="861074927" sldId="2147483648"/>
              <pc:sldLayoutMk cId="1025846133" sldId="2147483726"/>
              <ac:spMk id="5" creationId="{2C288317-063D-F1CE-9F05-49714BB1E431}"/>
            </ac:spMkLst>
          </pc:spChg>
          <pc:spChg chg="add mod">
            <ac:chgData name="Billy Morén" userId="ea0727e9-0d84-4983-a704-71839fe72dc0" providerId="ADAL" clId="{2B63FBD8-4DE5-5F5B-8D45-69097BBFD6E2}" dt="2026-09-28T12:14:26.838" v="1277" actId="1076"/>
            <ac:spMkLst>
              <pc:docMk/>
              <pc:sldMasterMk cId="861074927" sldId="2147483648"/>
              <pc:sldLayoutMk cId="1025846133" sldId="2147483726"/>
              <ac:spMk id="9" creationId="{073BFA81-28FB-E87C-D9DC-547838A86951}"/>
            </ac:spMkLst>
          </pc:spChg>
          <pc:picChg chg="add mod">
            <ac:chgData name="Billy Morén" userId="ea0727e9-0d84-4983-a704-71839fe72dc0" providerId="ADAL" clId="{2B63FBD8-4DE5-5F5B-8D45-69097BBFD6E2}" dt="2026-09-28T12:08:32.024" v="1215"/>
            <ac:picMkLst>
              <pc:docMk/>
              <pc:sldMasterMk cId="861074927" sldId="2147483648"/>
              <pc:sldLayoutMk cId="1025846133" sldId="2147483726"/>
              <ac:picMk id="10" creationId="{94E1C10E-C4E0-8638-8483-36C717A4C991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40.969" v="1297" actId="1076"/>
          <pc:sldLayoutMkLst>
            <pc:docMk/>
            <pc:sldMasterMk cId="861074927" sldId="2147483648"/>
            <pc:sldLayoutMk cId="1033994681" sldId="2147483728"/>
          </pc:sldLayoutMkLst>
          <pc:spChg chg="add mod">
            <ac:chgData name="Billy Morén" userId="ea0727e9-0d84-4983-a704-71839fe72dc0" providerId="ADAL" clId="{2B63FBD8-4DE5-5F5B-8D45-69097BBFD6E2}" dt="2026-09-28T12:16:40.969" v="1297" actId="1076"/>
            <ac:spMkLst>
              <pc:docMk/>
              <pc:sldMasterMk cId="861074927" sldId="2147483648"/>
              <pc:sldLayoutMk cId="1033994681" sldId="2147483728"/>
              <ac:spMk id="5" creationId="{038B7CBA-047E-BE8C-3D9A-E587888A19C6}"/>
            </ac:spMkLst>
          </pc:spChg>
        </pc:sldLayoutChg>
        <pc:sldLayoutChg chg="addSp modSp mod">
          <pc:chgData name="Billy Morén" userId="ea0727e9-0d84-4983-a704-71839fe72dc0" providerId="ADAL" clId="{2B63FBD8-4DE5-5F5B-8D45-69097BBFD6E2}" dt="2026-09-28T12:16:56.162" v="1300" actId="1076"/>
          <pc:sldLayoutMkLst>
            <pc:docMk/>
            <pc:sldMasterMk cId="861074927" sldId="2147483648"/>
            <pc:sldLayoutMk cId="2842760834" sldId="2147483729"/>
          </pc:sldLayoutMkLst>
          <pc:spChg chg="add mod">
            <ac:chgData name="Billy Morén" userId="ea0727e9-0d84-4983-a704-71839fe72dc0" providerId="ADAL" clId="{2B63FBD8-4DE5-5F5B-8D45-69097BBFD6E2}" dt="2026-09-28T12:16:56.162" v="1300" actId="1076"/>
            <ac:spMkLst>
              <pc:docMk/>
              <pc:sldMasterMk cId="861074927" sldId="2147483648"/>
              <pc:sldLayoutMk cId="2842760834" sldId="2147483729"/>
              <ac:spMk id="5" creationId="{41BF6797-29D9-8F17-936A-48369771F246}"/>
            </ac:spMkLst>
          </pc:spChg>
          <pc:picChg chg="add mod">
            <ac:chgData name="Billy Morén" userId="ea0727e9-0d84-4983-a704-71839fe72dc0" providerId="ADAL" clId="{2B63FBD8-4DE5-5F5B-8D45-69097BBFD6E2}" dt="2026-09-28T12:12:27.175" v="1263" actId="1076"/>
            <ac:picMkLst>
              <pc:docMk/>
              <pc:sldMasterMk cId="861074927" sldId="2147483648"/>
              <pc:sldLayoutMk cId="2842760834" sldId="2147483729"/>
              <ac:picMk id="3" creationId="{7017D772-CFF2-BE01-021C-8F9B6D2141AF}"/>
            </ac:picMkLst>
          </pc:picChg>
          <pc:picChg chg="mod">
            <ac:chgData name="Billy Morén" userId="ea0727e9-0d84-4983-a704-71839fe72dc0" providerId="ADAL" clId="{2B63FBD8-4DE5-5F5B-8D45-69097BBFD6E2}" dt="2026-09-28T12:16:48.413" v="1299" actId="1076"/>
            <ac:picMkLst>
              <pc:docMk/>
              <pc:sldMasterMk cId="861074927" sldId="2147483648"/>
              <pc:sldLayoutMk cId="2842760834" sldId="2147483729"/>
              <ac:picMk id="8" creationId="{79E87900-1300-519A-6E85-4126BD502A5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3:27.499" v="1267" actId="1076"/>
          <pc:sldLayoutMkLst>
            <pc:docMk/>
            <pc:sldMasterMk cId="861074927" sldId="2147483648"/>
            <pc:sldLayoutMk cId="521546919" sldId="2147483730"/>
          </pc:sldLayoutMkLst>
          <pc:spChg chg="add mod">
            <ac:chgData name="Billy Morén" userId="ea0727e9-0d84-4983-a704-71839fe72dc0" providerId="ADAL" clId="{2B63FBD8-4DE5-5F5B-8D45-69097BBFD6E2}" dt="2026-09-17T08:35:19.362" v="32"/>
            <ac:spMkLst>
              <pc:docMk/>
              <pc:sldMasterMk cId="861074927" sldId="2147483648"/>
              <pc:sldLayoutMk cId="521546919" sldId="2147483730"/>
              <ac:spMk id="2" creationId="{8AB23DC4-ED2B-6977-E729-47D82E4CF657}"/>
            </ac:spMkLst>
          </pc:spChg>
          <pc:spChg chg="add mod">
            <ac:chgData name="Billy Morén" userId="ea0727e9-0d84-4983-a704-71839fe72dc0" providerId="ADAL" clId="{2B63FBD8-4DE5-5F5B-8D45-69097BBFD6E2}" dt="2026-09-28T12:13:27.499" v="1267" actId="1076"/>
            <ac:spMkLst>
              <pc:docMk/>
              <pc:sldMasterMk cId="861074927" sldId="2147483648"/>
              <pc:sldLayoutMk cId="521546919" sldId="2147483730"/>
              <ac:spMk id="7" creationId="{FB95C963-B881-7594-8A46-162C40A957C4}"/>
            </ac:spMkLst>
          </pc:spChg>
          <pc:picChg chg="add mod">
            <ac:chgData name="Billy Morén" userId="ea0727e9-0d84-4983-a704-71839fe72dc0" providerId="ADAL" clId="{2B63FBD8-4DE5-5F5B-8D45-69097BBFD6E2}" dt="2026-09-28T12:07:24.137" v="1192"/>
            <ac:picMkLst>
              <pc:docMk/>
              <pc:sldMasterMk cId="861074927" sldId="2147483648"/>
              <pc:sldLayoutMk cId="521546919" sldId="2147483730"/>
              <ac:picMk id="8" creationId="{F9EB8F82-C972-6C89-7997-FE7A62A07084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06.815" v="1272" actId="1076"/>
          <pc:sldLayoutMkLst>
            <pc:docMk/>
            <pc:sldMasterMk cId="861074927" sldId="2147483648"/>
            <pc:sldLayoutMk cId="1417540957" sldId="2147483731"/>
          </pc:sldLayoutMkLst>
          <pc:spChg chg="add mod">
            <ac:chgData name="Billy Morén" userId="ea0727e9-0d84-4983-a704-71839fe72dc0" providerId="ADAL" clId="{2B63FBD8-4DE5-5F5B-8D45-69097BBFD6E2}" dt="2026-09-17T08:35:57.068" v="42"/>
            <ac:spMkLst>
              <pc:docMk/>
              <pc:sldMasterMk cId="861074927" sldId="2147483648"/>
              <pc:sldLayoutMk cId="1417540957" sldId="2147483731"/>
              <ac:spMk id="5" creationId="{175C55A9-CF69-DDA5-B820-30BA5DE26B8C}"/>
            </ac:spMkLst>
          </pc:spChg>
          <pc:spChg chg="add mod">
            <ac:chgData name="Billy Morén" userId="ea0727e9-0d84-4983-a704-71839fe72dc0" providerId="ADAL" clId="{2B63FBD8-4DE5-5F5B-8D45-69097BBFD6E2}" dt="2026-09-28T12:14:06.815" v="1272" actId="1076"/>
            <ac:spMkLst>
              <pc:docMk/>
              <pc:sldMasterMk cId="861074927" sldId="2147483648"/>
              <pc:sldLayoutMk cId="1417540957" sldId="2147483731"/>
              <ac:spMk id="7" creationId="{F631E467-B016-5030-1AE9-69E7198348A8}"/>
            </ac:spMkLst>
          </pc:spChg>
          <pc:picChg chg="add mod">
            <ac:chgData name="Billy Morén" userId="ea0727e9-0d84-4983-a704-71839fe72dc0" providerId="ADAL" clId="{2B63FBD8-4DE5-5F5B-8D45-69097BBFD6E2}" dt="2026-09-28T12:07:59.720" v="1203"/>
            <ac:picMkLst>
              <pc:docMk/>
              <pc:sldMasterMk cId="861074927" sldId="2147483648"/>
              <pc:sldLayoutMk cId="1417540957" sldId="2147483731"/>
              <ac:picMk id="8" creationId="{AD839647-05DC-7F21-3C9F-90C799162AA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3.312" v="1372" actId="207"/>
          <pc:sldLayoutMkLst>
            <pc:docMk/>
            <pc:sldMasterMk cId="861074927" sldId="2147483648"/>
            <pc:sldLayoutMk cId="4282112042" sldId="2147483732"/>
          </pc:sldLayoutMkLst>
          <pc:spChg chg="add mod">
            <ac:chgData name="Billy Morén" userId="ea0727e9-0d84-4983-a704-71839fe72dc0" providerId="ADAL" clId="{2B63FBD8-4DE5-5F5B-8D45-69097BBFD6E2}" dt="2026-09-28T12:22:36.526" v="1349" actId="1076"/>
            <ac:spMkLst>
              <pc:docMk/>
              <pc:sldMasterMk cId="861074927" sldId="2147483648"/>
              <pc:sldLayoutMk cId="4282112042" sldId="2147483732"/>
              <ac:spMk id="2" creationId="{C781D8EE-A2E5-6F12-C05F-4DBA86C7F811}"/>
            </ac:spMkLst>
          </pc:spChg>
          <pc:spChg chg="add mod">
            <ac:chgData name="Billy Morén" userId="ea0727e9-0d84-4983-a704-71839fe72dc0" providerId="ADAL" clId="{2B63FBD8-4DE5-5F5B-8D45-69097BBFD6E2}" dt="2026-09-17T08:35:14.343" v="30"/>
            <ac:spMkLst>
              <pc:docMk/>
              <pc:sldMasterMk cId="861074927" sldId="2147483648"/>
              <pc:sldLayoutMk cId="4282112042" sldId="2147483732"/>
              <ac:spMk id="4" creationId="{319EBB56-967F-879E-FACF-0F9323056823}"/>
            </ac:spMkLst>
          </pc:spChg>
          <pc:spChg chg="mod">
            <ac:chgData name="Billy Morén" userId="ea0727e9-0d84-4983-a704-71839fe72dc0" providerId="ADAL" clId="{2B63FBD8-4DE5-5F5B-8D45-69097BBFD6E2}" dt="2026-09-29T06:42:13.312" v="1372" actId="207"/>
            <ac:spMkLst>
              <pc:docMk/>
              <pc:sldMasterMk cId="861074927" sldId="2147483648"/>
              <pc:sldLayoutMk cId="4282112042" sldId="2147483732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34.785" v="1196"/>
            <ac:picMkLst>
              <pc:docMk/>
              <pc:sldMasterMk cId="861074927" sldId="2147483648"/>
              <pc:sldLayoutMk cId="4282112042" sldId="2147483732"/>
              <ac:picMk id="8" creationId="{BC64D30C-E332-46CD-C54E-CFEA376E119F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06:53.361" v="1186"/>
          <pc:sldLayoutMkLst>
            <pc:docMk/>
            <pc:sldMasterMk cId="861074927" sldId="2147483648"/>
            <pc:sldLayoutMk cId="3367177389" sldId="2147483733"/>
          </pc:sldLayoutMkLst>
          <pc:spChg chg="add mod">
            <ac:chgData name="Billy Morén" userId="ea0727e9-0d84-4983-a704-71839fe72dc0" providerId="ADAL" clId="{2B63FBD8-4DE5-5F5B-8D45-69097BBFD6E2}" dt="2026-09-17T08:35:31.268" v="36" actId="207"/>
            <ac:spMkLst>
              <pc:docMk/>
              <pc:sldMasterMk cId="861074927" sldId="2147483648"/>
              <pc:sldLayoutMk cId="3367177389" sldId="2147483733"/>
              <ac:spMk id="4" creationId="{5C5A873A-315F-CD41-C296-67EFAE90BAFC}"/>
            </ac:spMkLst>
          </pc:spChg>
          <pc:spChg chg="add mod">
            <ac:chgData name="Billy Morén" userId="ea0727e9-0d84-4983-a704-71839fe72dc0" providerId="ADAL" clId="{2B63FBD8-4DE5-5F5B-8D45-69097BBFD6E2}" dt="2026-09-28T12:06:33.424" v="1185" actId="207"/>
            <ac:spMkLst>
              <pc:docMk/>
              <pc:sldMasterMk cId="861074927" sldId="2147483648"/>
              <pc:sldLayoutMk cId="3367177389" sldId="2147483733"/>
              <ac:spMk id="6" creationId="{C1A14D9A-46A9-27E1-4747-AF94EFF07653}"/>
            </ac:spMkLst>
          </pc:spChg>
          <pc:picChg chg="add mod">
            <ac:chgData name="Billy Morén" userId="ea0727e9-0d84-4983-a704-71839fe72dc0" providerId="ADAL" clId="{2B63FBD8-4DE5-5F5B-8D45-69097BBFD6E2}" dt="2026-09-28T12:06:28.893" v="1184"/>
            <ac:picMkLst>
              <pc:docMk/>
              <pc:sldMasterMk cId="861074927" sldId="2147483648"/>
              <pc:sldLayoutMk cId="3367177389" sldId="2147483733"/>
              <ac:picMk id="7" creationId="{E11E375C-32DA-7CC2-3C7C-59944BD9363C}"/>
            </ac:picMkLst>
          </pc:picChg>
          <pc:picChg chg="add mod">
            <ac:chgData name="Billy Morén" userId="ea0727e9-0d84-4983-a704-71839fe72dc0" providerId="ADAL" clId="{2B63FBD8-4DE5-5F5B-8D45-69097BBFD6E2}" dt="2026-09-28T12:06:53.361" v="1186"/>
            <ac:picMkLst>
              <pc:docMk/>
              <pc:sldMasterMk cId="861074927" sldId="2147483648"/>
              <pc:sldLayoutMk cId="3367177389" sldId="2147483733"/>
              <ac:picMk id="9" creationId="{759895C3-8035-A8FB-F958-79D6288FF799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4:40.009" v="1280" actId="1076"/>
          <pc:sldLayoutMkLst>
            <pc:docMk/>
            <pc:sldMasterMk cId="861074927" sldId="2147483648"/>
            <pc:sldLayoutMk cId="2098211868" sldId="2147483734"/>
          </pc:sldLayoutMkLst>
          <pc:spChg chg="add mod">
            <ac:chgData name="Billy Morén" userId="ea0727e9-0d84-4983-a704-71839fe72dc0" providerId="ADAL" clId="{2B63FBD8-4DE5-5F5B-8D45-69097BBFD6E2}" dt="2026-09-17T08:36:56.505" v="58"/>
            <ac:spMkLst>
              <pc:docMk/>
              <pc:sldMasterMk cId="861074927" sldId="2147483648"/>
              <pc:sldLayoutMk cId="2098211868" sldId="2147483734"/>
              <ac:spMk id="2" creationId="{ABD23C2D-D058-8D03-5CD9-BEE550CA7BDB}"/>
            </ac:spMkLst>
          </pc:spChg>
          <pc:spChg chg="add mod">
            <ac:chgData name="Billy Morén" userId="ea0727e9-0d84-4983-a704-71839fe72dc0" providerId="ADAL" clId="{2B63FBD8-4DE5-5F5B-8D45-69097BBFD6E2}" dt="2026-09-28T12:14:40.009" v="1280" actId="1076"/>
            <ac:spMkLst>
              <pc:docMk/>
              <pc:sldMasterMk cId="861074927" sldId="2147483648"/>
              <pc:sldLayoutMk cId="2098211868" sldId="2147483734"/>
              <ac:spMk id="10" creationId="{8BADE9E4-A754-E60A-DEDC-F83688E8B638}"/>
            </ac:spMkLst>
          </pc:spChg>
        </pc:sldLayoutChg>
        <pc:sldLayoutChg chg="addSp delSp modSp mod">
          <pc:chgData name="Billy Morén" userId="ea0727e9-0d84-4983-a704-71839fe72dc0" providerId="ADAL" clId="{2B63FBD8-4DE5-5F5B-8D45-69097BBFD6E2}" dt="2026-09-29T06:41:54.209" v="1368" actId="207"/>
          <pc:sldLayoutMkLst>
            <pc:docMk/>
            <pc:sldMasterMk cId="861074927" sldId="2147483648"/>
            <pc:sldLayoutMk cId="4120836348" sldId="2147483735"/>
          </pc:sldLayoutMkLst>
          <pc:spChg chg="add mod">
            <ac:chgData name="Billy Morén" userId="ea0727e9-0d84-4983-a704-71839fe72dc0" providerId="ADAL" clId="{2B63FBD8-4DE5-5F5B-8D45-69097BBFD6E2}" dt="2026-09-17T08:36:32.235" v="52" actId="207"/>
            <ac:spMkLst>
              <pc:docMk/>
              <pc:sldMasterMk cId="861074927" sldId="2147483648"/>
              <pc:sldLayoutMk cId="4120836348" sldId="2147483735"/>
              <ac:spMk id="3" creationId="{457B471F-BD47-7611-FF20-DD86A415DCD1}"/>
            </ac:spMkLst>
          </pc:spChg>
          <pc:spChg chg="mod">
            <ac:chgData name="Billy Morén" userId="ea0727e9-0d84-4983-a704-71839fe72dc0" providerId="ADAL" clId="{2B63FBD8-4DE5-5F5B-8D45-69097BBFD6E2}" dt="2026-09-29T06:41:54.209" v="1368" actId="207"/>
            <ac:spMkLst>
              <pc:docMk/>
              <pc:sldMasterMk cId="861074927" sldId="2147483648"/>
              <pc:sldLayoutMk cId="4120836348" sldId="2147483735"/>
              <ac:spMk id="4" creationId="{CB3415B2-BD0D-2D4C-A440-6BA1C1FCA527}"/>
            </ac:spMkLst>
          </pc:spChg>
          <pc:spChg chg="add mod">
            <ac:chgData name="Billy Morén" userId="ea0727e9-0d84-4983-a704-71839fe72dc0" providerId="ADAL" clId="{2B63FBD8-4DE5-5F5B-8D45-69097BBFD6E2}" dt="2026-09-28T12:14:23.890" v="1276" actId="1076"/>
            <ac:spMkLst>
              <pc:docMk/>
              <pc:sldMasterMk cId="861074927" sldId="2147483648"/>
              <pc:sldLayoutMk cId="4120836348" sldId="2147483735"/>
              <ac:spMk id="7" creationId="{38D1DD4C-3C37-F624-961D-ABAA6AC5EBB6}"/>
            </ac:spMkLst>
          </pc:spChg>
          <pc:picChg chg="add mod">
            <ac:chgData name="Billy Morén" userId="ea0727e9-0d84-4983-a704-71839fe72dc0" providerId="ADAL" clId="{2B63FBD8-4DE5-5F5B-8D45-69097BBFD6E2}" dt="2026-09-28T12:08:28.291" v="1213"/>
            <ac:picMkLst>
              <pc:docMk/>
              <pc:sldMasterMk cId="861074927" sldId="2147483648"/>
              <pc:sldLayoutMk cId="4120836348" sldId="2147483735"/>
              <ac:picMk id="9" creationId="{4860B54D-DDAC-A1B6-738B-69EF3039430C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8T12:16:37.402" v="1296" actId="1076"/>
          <pc:sldLayoutMkLst>
            <pc:docMk/>
            <pc:sldMasterMk cId="861074927" sldId="2147483648"/>
            <pc:sldLayoutMk cId="2067705660" sldId="2147483736"/>
          </pc:sldLayoutMkLst>
          <pc:spChg chg="mod">
            <ac:chgData name="Billy Morén" userId="ea0727e9-0d84-4983-a704-71839fe72dc0" providerId="ADAL" clId="{2B63FBD8-4DE5-5F5B-8D45-69097BBFD6E2}" dt="2026-09-17T08:48:20.972" v="501" actId="207"/>
            <ac:spMkLst>
              <pc:docMk/>
              <pc:sldMasterMk cId="861074927" sldId="2147483648"/>
              <pc:sldLayoutMk cId="2067705660" sldId="2147483736"/>
              <ac:spMk id="2" creationId="{DAC58B3C-3662-3113-C223-C972049C78D8}"/>
            </ac:spMkLst>
          </pc:spChg>
          <pc:spChg chg="add mod">
            <ac:chgData name="Billy Morén" userId="ea0727e9-0d84-4983-a704-71839fe72dc0" providerId="ADAL" clId="{2B63FBD8-4DE5-5F5B-8D45-69097BBFD6E2}" dt="2026-09-28T12:16:37.402" v="1296" actId="1076"/>
            <ac:spMkLst>
              <pc:docMk/>
              <pc:sldMasterMk cId="861074927" sldId="2147483648"/>
              <pc:sldLayoutMk cId="2067705660" sldId="2147483736"/>
              <ac:spMk id="3" creationId="{19AB6D26-9363-6A0B-E9CE-17A06DB0C90E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4" creationId="{0CBE75FE-1541-7F1E-F42B-2E26ADE5D0FA}"/>
            </ac:spMkLst>
          </pc:spChg>
          <pc:spChg chg="mod">
            <ac:chgData name="Billy Morén" userId="ea0727e9-0d84-4983-a704-71839fe72dc0" providerId="ADAL" clId="{2B63FBD8-4DE5-5F5B-8D45-69097BBFD6E2}" dt="2026-09-17T08:48:30.527" v="502" actId="207"/>
            <ac:spMkLst>
              <pc:docMk/>
              <pc:sldMasterMk cId="861074927" sldId="2147483648"/>
              <pc:sldLayoutMk cId="2067705660" sldId="2147483736"/>
              <ac:spMk id="7" creationId="{B1D43DE8-61DB-C4BC-E892-A77BBB77C568}"/>
            </ac:spMkLst>
          </pc:spChg>
          <pc:picChg chg="add mod">
            <ac:chgData name="Billy Morén" userId="ea0727e9-0d84-4983-a704-71839fe72dc0" providerId="ADAL" clId="{2B63FBD8-4DE5-5F5B-8D45-69097BBFD6E2}" dt="2026-09-28T12:11:24.811" v="1248" actId="1076"/>
            <ac:picMkLst>
              <pc:docMk/>
              <pc:sldMasterMk cId="861074927" sldId="2147483648"/>
              <pc:sldLayoutMk cId="2067705660" sldId="2147483736"/>
              <ac:picMk id="5" creationId="{8E89FC28-5269-EC9A-10B1-3970D946E0C6}"/>
            </ac:picMkLst>
          </pc:picChg>
        </pc:sldLayoutChg>
        <pc:sldLayoutChg chg="addSp delSp modSp mod ord">
          <pc:chgData name="Billy Morén" userId="ea0727e9-0d84-4983-a704-71839fe72dc0" providerId="ADAL" clId="{2B63FBD8-4DE5-5F5B-8D45-69097BBFD6E2}" dt="2026-09-28T12:16:05.555" v="1289" actId="1076"/>
          <pc:sldLayoutMkLst>
            <pc:docMk/>
            <pc:sldMasterMk cId="861074927" sldId="2147483648"/>
            <pc:sldLayoutMk cId="479887929" sldId="2147483737"/>
          </pc:sldLayoutMkLst>
          <pc:spChg chg="add mod">
            <ac:chgData name="Billy Morén" userId="ea0727e9-0d84-4983-a704-71839fe72dc0" providerId="ADAL" clId="{2B63FBD8-4DE5-5F5B-8D45-69097BBFD6E2}" dt="2026-09-28T12:16:05.555" v="1289" actId="1076"/>
            <ac:spMkLst>
              <pc:docMk/>
              <pc:sldMasterMk cId="861074927" sldId="2147483648"/>
              <pc:sldLayoutMk cId="479887929" sldId="2147483737"/>
              <ac:spMk id="6" creationId="{149DE318-365F-8875-370E-BD72E50BBD98}"/>
            </ac:spMkLst>
          </pc:spChg>
        </pc:sldLayoutChg>
        <pc:sldLayoutChg chg="addSp delSp modSp mod setBg">
          <pc:chgData name="Billy Morén" userId="ea0727e9-0d84-4983-a704-71839fe72dc0" providerId="ADAL" clId="{2B63FBD8-4DE5-5F5B-8D45-69097BBFD6E2}" dt="2026-09-28T12:16:15.703" v="1291" actId="1076"/>
          <pc:sldLayoutMkLst>
            <pc:docMk/>
            <pc:sldMasterMk cId="861074927" sldId="2147483648"/>
            <pc:sldLayoutMk cId="3724939260" sldId="2147483738"/>
          </pc:sldLayoutMkLst>
          <pc:spChg chg="mod">
            <ac:chgData name="Billy Morén" userId="ea0727e9-0d84-4983-a704-71839fe72dc0" providerId="ADAL" clId="{2B63FBD8-4DE5-5F5B-8D45-69097BBFD6E2}" dt="2026-09-17T09:19:38.622" v="922" actId="207"/>
            <ac:spMkLst>
              <pc:docMk/>
              <pc:sldMasterMk cId="861074927" sldId="2147483648"/>
              <pc:sldLayoutMk cId="3724939260" sldId="2147483738"/>
              <ac:spMk id="2" creationId="{1E4DF9C5-4C35-E58C-19B5-52B54FB5A182}"/>
            </ac:spMkLst>
          </pc:spChg>
          <pc:spChg chg="add mod">
            <ac:chgData name="Billy Morén" userId="ea0727e9-0d84-4983-a704-71839fe72dc0" providerId="ADAL" clId="{2B63FBD8-4DE5-5F5B-8D45-69097BBFD6E2}" dt="2026-09-28T12:16:15.703" v="1291" actId="1076"/>
            <ac:spMkLst>
              <pc:docMk/>
              <pc:sldMasterMk cId="861074927" sldId="2147483648"/>
              <pc:sldLayoutMk cId="3724939260" sldId="2147483738"/>
              <ac:spMk id="5" creationId="{A449821B-7694-9E61-EC7C-49CA232D435E}"/>
            </ac:spMkLst>
          </pc:spChg>
          <pc:picChg chg="add mod">
            <ac:chgData name="Billy Morén" userId="ea0727e9-0d84-4983-a704-71839fe72dc0" providerId="ADAL" clId="{2B63FBD8-4DE5-5F5B-8D45-69097BBFD6E2}" dt="2026-09-28T12:10:34.281" v="1244" actId="1076"/>
            <ac:picMkLst>
              <pc:docMk/>
              <pc:sldMasterMk cId="861074927" sldId="2147483648"/>
              <pc:sldLayoutMk cId="3724939260" sldId="2147483738"/>
              <ac:picMk id="4" creationId="{DDECCA52-5BF0-6D4C-32B7-E15B8287BE13}"/>
            </ac:picMkLst>
          </pc:picChg>
        </pc:sldLayoutChg>
        <pc:sldLayoutChg chg="addSp delSp modSp mod">
          <pc:chgData name="Billy Morén" userId="ea0727e9-0d84-4983-a704-71839fe72dc0" providerId="ADAL" clId="{2B63FBD8-4DE5-5F5B-8D45-69097BBFD6E2}" dt="2026-09-29T06:42:16.770" v="1373" actId="207"/>
          <pc:sldLayoutMkLst>
            <pc:docMk/>
            <pc:sldMasterMk cId="861074927" sldId="2147483648"/>
            <pc:sldLayoutMk cId="879222530" sldId="2147483739"/>
          </pc:sldLayoutMkLst>
          <pc:spChg chg="add mod">
            <ac:chgData name="Billy Morén" userId="ea0727e9-0d84-4983-a704-71839fe72dc0" providerId="ADAL" clId="{2B63FBD8-4DE5-5F5B-8D45-69097BBFD6E2}" dt="2026-09-28T12:13:36.849" v="1268" actId="1076"/>
            <ac:spMkLst>
              <pc:docMk/>
              <pc:sldMasterMk cId="861074927" sldId="2147483648"/>
              <pc:sldLayoutMk cId="879222530" sldId="2147483739"/>
              <ac:spMk id="2" creationId="{7E8AAA99-3D72-9C8C-380A-6AFC4F3D72F5}"/>
            </ac:spMkLst>
          </pc:spChg>
          <pc:spChg chg="mod">
            <ac:chgData name="Billy Morén" userId="ea0727e9-0d84-4983-a704-71839fe72dc0" providerId="ADAL" clId="{2B63FBD8-4DE5-5F5B-8D45-69097BBFD6E2}" dt="2026-09-17T11:13:08.868" v="1009" actId="14100"/>
            <ac:spMkLst>
              <pc:docMk/>
              <pc:sldMasterMk cId="861074927" sldId="2147483648"/>
              <pc:sldLayoutMk cId="879222530" sldId="2147483739"/>
              <ac:spMk id="5" creationId="{9EBD4D1A-F41A-58C4-9949-597C9987AA89}"/>
            </ac:spMkLst>
          </pc:spChg>
          <pc:spChg chg="mod">
            <ac:chgData name="Billy Morén" userId="ea0727e9-0d84-4983-a704-71839fe72dc0" providerId="ADAL" clId="{2B63FBD8-4DE5-5F5B-8D45-69097BBFD6E2}" dt="2026-09-29T06:42:16.770" v="1373" actId="207"/>
            <ac:spMkLst>
              <pc:docMk/>
              <pc:sldMasterMk cId="861074927" sldId="2147483648"/>
              <pc:sldLayoutMk cId="879222530" sldId="2147483739"/>
              <ac:spMk id="6" creationId="{AE6865C3-357A-68D5-FFF8-5480A742DB5A}"/>
            </ac:spMkLst>
          </pc:spChg>
          <pc:picChg chg="add mod">
            <ac:chgData name="Billy Morén" userId="ea0727e9-0d84-4983-a704-71839fe72dc0" providerId="ADAL" clId="{2B63FBD8-4DE5-5F5B-8D45-69097BBFD6E2}" dt="2026-09-28T12:07:29.595" v="1194"/>
            <ac:picMkLst>
              <pc:docMk/>
              <pc:sldMasterMk cId="861074927" sldId="2147483648"/>
              <pc:sldLayoutMk cId="879222530" sldId="2147483739"/>
              <ac:picMk id="8" creationId="{EE9C2763-9252-0C78-2432-13651BF9739D}"/>
            </ac:picMkLst>
          </pc:picChg>
        </pc:sldLayoutChg>
        <pc:sldLayoutChg chg="modSp add mod modTransition">
          <pc:chgData name="Billy Morén" userId="ea0727e9-0d84-4983-a704-71839fe72dc0" providerId="ADAL" clId="{2B63FBD8-4DE5-5F5B-8D45-69097BBFD6E2}" dt="2026-09-29T06:41:57.799" v="1369" actId="207"/>
          <pc:sldLayoutMkLst>
            <pc:docMk/>
            <pc:sldMasterMk cId="861074927" sldId="2147483648"/>
            <pc:sldLayoutMk cId="1245054590" sldId="2147483740"/>
          </pc:sldLayoutMkLst>
          <pc:spChg chg="mod">
            <ac:chgData name="Billy Morén" userId="ea0727e9-0d84-4983-a704-71839fe72dc0" providerId="ADAL" clId="{2B63FBD8-4DE5-5F5B-8D45-69097BBFD6E2}" dt="2026-09-28T12:24:09.986" v="1358" actId="14100"/>
            <ac:spMkLst>
              <pc:docMk/>
              <pc:sldMasterMk cId="861074927" sldId="2147483648"/>
              <pc:sldLayoutMk cId="1245054590" sldId="2147483740"/>
              <ac:spMk id="2" creationId="{96AA12A1-93B1-D5C7-B939-AC9F5EC6F868}"/>
            </ac:spMkLst>
          </pc:spChg>
          <pc:spChg chg="mod">
            <ac:chgData name="Billy Morén" userId="ea0727e9-0d84-4983-a704-71839fe72dc0" providerId="ADAL" clId="{2B63FBD8-4DE5-5F5B-8D45-69097BBFD6E2}" dt="2026-09-29T06:41:57.799" v="1369" actId="207"/>
            <ac:spMkLst>
              <pc:docMk/>
              <pc:sldMasterMk cId="861074927" sldId="2147483648"/>
              <pc:sldLayoutMk cId="1245054590" sldId="2147483740"/>
              <ac:spMk id="4" creationId="{CB3415B2-BD0D-2D4C-A440-6BA1C1FCA527}"/>
            </ac:spMkLst>
          </pc:spChg>
        </pc:sldLayoutChg>
      </pc:sldMasterChg>
    </pc:docChg>
  </pc:docChgLst>
  <pc:docChgLst>
    <pc:chgData name="Helen Van Baal" userId="c0ac7e97-0df8-4719-bc38-54ca8c38dfe3" providerId="ADAL" clId="{780A43CA-209C-5E7B-906D-FF3D9C9F1E96}"/>
    <pc:docChg chg="addSld delSld modSection">
      <pc:chgData name="Helen Van Baal" userId="c0ac7e97-0df8-4719-bc38-54ca8c38dfe3" providerId="ADAL" clId="{780A43CA-209C-5E7B-906D-FF3D9C9F1E96}" dt="2026-09-29T08:49:34.294" v="3" actId="2696"/>
      <pc:docMkLst>
        <pc:docMk/>
      </pc:docMkLst>
      <pc:sldChg chg="new del">
        <pc:chgData name="Helen Van Baal" userId="c0ac7e97-0df8-4719-bc38-54ca8c38dfe3" providerId="ADAL" clId="{780A43CA-209C-5E7B-906D-FF3D9C9F1E96}" dt="2026-09-29T08:49:34.294" v="3" actId="2696"/>
        <pc:sldMkLst>
          <pc:docMk/>
          <pc:sldMk cId="71733372" sldId="414"/>
        </pc:sldMkLst>
      </pc:sldChg>
      <pc:sldChg chg="new del">
        <pc:chgData name="Helen Van Baal" userId="c0ac7e97-0df8-4719-bc38-54ca8c38dfe3" providerId="ADAL" clId="{780A43CA-209C-5E7B-906D-FF3D9C9F1E96}" dt="2026-09-29T08:49:27.868" v="1" actId="2696"/>
        <pc:sldMkLst>
          <pc:docMk/>
          <pc:sldMk cId="2551060273" sldId="41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364CDA-46E1-51E8-8632-FD41D1FF0D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DE88-086A-1058-E049-7A6856FC13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D56A8-EC5A-46D3-9DCE-D73E3C987ACC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67610-074A-86EC-7063-758A57165A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F3835-2C37-4C31-602C-03F507B59F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EE261-A1E2-4D7F-B39A-6AB85A52A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2129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360D4-8327-474D-8A37-BBA94032014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036ABC-D443-48DF-B7A5-33104931EF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0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introductory overview for business leaders and practitioners.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design looks beyond the offer itself. It considers whether people value the offer, whether the organization can reliably deliver it, and whether the economics can sustain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dimensions are interdependent. A compelling proposition must be matched by capabilities and an economic model that can support its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the sequence as a learning loop, not a one-way handoff. Use evidence from customer conversations and practical tests to refine the offer, its delivery, and its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TITLE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831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F8C8A0-0D80-6187-AFA3-8B3B3C232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38573" cy="2916237"/>
          </a:xfrm>
        </p:spPr>
        <p:txBody>
          <a:bodyPr/>
          <a:lstStyle>
            <a:lvl1pPr>
              <a:defRPr sz="10000" spc="-300">
                <a:solidFill>
                  <a:schemeClr val="bg1"/>
                </a:solidFill>
              </a:defRPr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3FE1C143-F4AF-12F4-6821-1B97485D6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12C9A999-7140-A1CF-1A23-4566B1E811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4195A1E-669B-0CAF-3C0B-416321EE03D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88AAF740-2C00-626A-D164-39CD37DC55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5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DE4227B8-F11B-F365-AC54-81135312A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9874672" cy="2916237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4E7376A0-05E7-C857-169F-63B3FDE122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3429000"/>
            <a:ext cx="5903912" cy="2791929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18" name="Platshållare för text 17">
            <a:extLst>
              <a:ext uri="{FF2B5EF4-FFF2-40B4-BE49-F238E27FC236}">
                <a16:creationId xmlns:a16="http://schemas.microsoft.com/office/drawing/2014/main" id="{0F3EBE70-E918-A317-CA5D-BA61322BE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2ECE974-2F78-F15B-F05A-B73BB394C5B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1DB935A4-3AD0-B394-981B-C744C32A6B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6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Yello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ruta 7">
            <a:extLst>
              <a:ext uri="{FF2B5EF4-FFF2-40B4-BE49-F238E27FC236}">
                <a16:creationId xmlns:a16="http://schemas.microsoft.com/office/drawing/2014/main" id="{B15867B7-7061-0214-C19D-03AACFFB9AA3}"/>
              </a:ext>
            </a:extLst>
          </p:cNvPr>
          <p:cNvSpPr txBox="1"/>
          <p:nvPr userDrawn="1"/>
        </p:nvSpPr>
        <p:spPr>
          <a:xfrm>
            <a:off x="1921565" y="62815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Bef>
                <a:spcPts val="600"/>
              </a:spcBef>
            </a:pPr>
            <a:endParaRPr lang="sv-SE" sz="1200"/>
          </a:p>
        </p:txBody>
      </p:sp>
      <p:sp>
        <p:nvSpPr>
          <p:cNvPr id="9" name="Rubrik 1">
            <a:extLst>
              <a:ext uri="{FF2B5EF4-FFF2-40B4-BE49-F238E27FC236}">
                <a16:creationId xmlns:a16="http://schemas.microsoft.com/office/drawing/2014/main" id="{3886F898-33AF-70AF-A857-4A2BDF3DA1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968" y="512763"/>
            <a:ext cx="10249176" cy="3559175"/>
          </a:xfrm>
        </p:spPr>
        <p:txBody>
          <a:bodyPr/>
          <a:lstStyle>
            <a:lvl1pPr>
              <a:defRPr sz="10000" spc="-300"/>
            </a:lvl1pPr>
          </a:lstStyle>
          <a:p>
            <a:r>
              <a:rPr lang="sv-SE" err="1"/>
              <a:t>Click</a:t>
            </a:r>
            <a:r>
              <a:rPr lang="sv-SE"/>
              <a:t> </a:t>
            </a:r>
            <a:r>
              <a:rPr lang="sv-SE" err="1"/>
              <a:t>here</a:t>
            </a:r>
            <a:r>
              <a:rPr lang="sv-SE"/>
              <a:t> to</a:t>
            </a:r>
            <a:br>
              <a:rPr lang="sv-SE"/>
            </a:b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headline</a:t>
            </a:r>
            <a:endParaRPr lang="sv-SE"/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5AD80256-EA86-ED62-4A9C-A783C36B04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71938"/>
            <a:ext cx="5903912" cy="2148991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description</a:t>
            </a:r>
            <a:endParaRPr lang="sv-SE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8E4508-7165-4AC6-BD89-849F1C5EF962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71DB203A-DEDA-EADC-799E-BF0A30605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ACE4418-FC10-4001-3B77-CD7D0D790D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5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2D8811B1-103F-24AE-F865-81F85AFE38AE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BAF3E-2432-59B1-3309-6DC65084A627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COMMON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SLIDE </a:t>
            </a:r>
          </a:p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TEMPLATES</a:t>
            </a:r>
          </a:p>
        </p:txBody>
      </p:sp>
    </p:spTree>
    <p:extLst>
      <p:ext uri="{BB962C8B-B14F-4D97-AF65-F5344CB8AC3E}">
        <p14:creationId xmlns:p14="http://schemas.microsoft.com/office/powerpoint/2010/main" val="264612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-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A05630C-98ED-E946-13DE-F17A7FE6E28C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549069" y="1469388"/>
            <a:ext cx="2879873" cy="359692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Noto IKEA Latin" panose="020B0502040504020204" pitchFamily="34" charset="0"/>
                <a:ea typeface="+mn-ea"/>
                <a:cs typeface="+mn-cs"/>
              </a:defRPr>
            </a:lvl1pPr>
            <a:lvl2pPr marL="0" indent="-3429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spc="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</a:rPr>
              <a:t>© Ingka Holding B.V. </a:t>
            </a:r>
            <a:fld id="{9A7EFC33-196A-42FA-84EF-2423175A4453}" type="datetimeyyyy">
              <a:rPr lang="en-US" sz="800" smtClean="0">
                <a:solidFill>
                  <a:schemeClr val="bg1"/>
                </a:solidFill>
              </a:rPr>
              <a:t>2026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5A873A-315F-CD41-C296-67EFAE90BAF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6" name="Platshållare för text 17">
            <a:extLst>
              <a:ext uri="{FF2B5EF4-FFF2-40B4-BE49-F238E27FC236}">
                <a16:creationId xmlns:a16="http://schemas.microsoft.com/office/drawing/2014/main" id="{C1A14D9A-46A9-27E1-4747-AF94EFF076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19807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11E375C-32DA-7CC2-3C7C-59944BD936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759895C3-8035-A8FB-F958-79D6288FF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08412"/>
            <a:ext cx="186621" cy="1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Sim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353D2E8-52E5-8F0C-8F35-B688E06A8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0517" y="551661"/>
            <a:ext cx="11484000" cy="90888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200" spc="-1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a-DK"/>
              <a:t>Agenda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9F2E103-1950-C534-1023-7E5F9AAE04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844" y="1802904"/>
            <a:ext cx="11513345" cy="3240360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Lorem ipsum dolor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et dolore magna </a:t>
            </a:r>
            <a:r>
              <a:rPr lang="en-US" sz="1600" kern="0" spc="-48" err="1"/>
              <a:t>aliqua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Ut </a:t>
            </a:r>
            <a:r>
              <a:rPr lang="en-US" sz="1600" kern="0" spc="-48" err="1"/>
              <a:t>enim</a:t>
            </a:r>
            <a:r>
              <a:rPr lang="en-US" sz="1600" kern="0" spc="-48"/>
              <a:t> ad minim </a:t>
            </a:r>
            <a:r>
              <a:rPr lang="en-US" sz="1600" kern="0" spc="-48" err="1"/>
              <a:t>veniam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quis</a:t>
            </a:r>
            <a:r>
              <a:rPr lang="en-US" sz="1600" kern="0" spc="-48"/>
              <a:t> </a:t>
            </a:r>
            <a:r>
              <a:rPr lang="en-US" sz="1600" kern="0" spc="-48" err="1"/>
              <a:t>nostrud</a:t>
            </a:r>
            <a:r>
              <a:rPr lang="en-US" sz="1600" kern="0" spc="-48"/>
              <a:t> </a:t>
            </a:r>
            <a:r>
              <a:rPr lang="en-US" sz="1600" kern="0" spc="-48" err="1"/>
              <a:t>exercsit</a:t>
            </a:r>
            <a:r>
              <a:rPr lang="en-US" sz="1600" kern="0" spc="-48"/>
              <a:t> </a:t>
            </a:r>
            <a:r>
              <a:rPr lang="en-US" sz="1600" kern="0" spc="-48" err="1"/>
              <a:t>amet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consectetur</a:t>
            </a:r>
            <a:r>
              <a:rPr lang="en-US" sz="1600" kern="0" spc="-48"/>
              <a:t> </a:t>
            </a:r>
            <a:r>
              <a:rPr lang="en-US" sz="1600" kern="0" spc="-48" err="1"/>
              <a:t>adipiscing</a:t>
            </a:r>
            <a:r>
              <a:rPr lang="en-US" sz="1600" kern="0" spc="-48"/>
              <a:t> </a:t>
            </a:r>
            <a:r>
              <a:rPr lang="en-US" sz="1600" kern="0" spc="-48" err="1"/>
              <a:t>elit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sed do </a:t>
            </a:r>
            <a:r>
              <a:rPr lang="en-US" sz="1600" kern="0" spc="-48" err="1"/>
              <a:t>eiusmod</a:t>
            </a:r>
            <a:r>
              <a:rPr lang="en-US" sz="1600" kern="0" spc="-48"/>
              <a:t> </a:t>
            </a:r>
            <a:r>
              <a:rPr lang="en-US" sz="1600" kern="0" spc="-48" err="1"/>
              <a:t>tempor</a:t>
            </a:r>
            <a:endParaRPr lang="en-US" sz="1600" kern="0" spc="-48"/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/>
              <a:t>labore </a:t>
            </a:r>
            <a:r>
              <a:rPr lang="en-US" sz="1600" kern="0" spc="-48" err="1"/>
              <a:t>itation</a:t>
            </a:r>
            <a:r>
              <a:rPr lang="en-US" sz="1600" kern="0" spc="-48"/>
              <a:t> </a:t>
            </a:r>
            <a:r>
              <a:rPr lang="en-US" sz="1600" kern="0" spc="-48" err="1"/>
              <a:t>ullamco</a:t>
            </a:r>
            <a:r>
              <a:rPr lang="en-US" sz="1600" kern="0" spc="-48"/>
              <a:t> </a:t>
            </a:r>
          </a:p>
          <a:p>
            <a:pPr defTabSz="1219169" hangingPunct="0">
              <a:lnSpc>
                <a:spcPts val="2100"/>
              </a:lnSpc>
            </a:pPr>
            <a:r>
              <a:rPr lang="en-US" sz="1600" kern="0" spc="-48" err="1"/>
              <a:t>laboris</a:t>
            </a:r>
            <a:r>
              <a:rPr lang="en-US" sz="1600" kern="0" spc="-48"/>
              <a:t> nisi </a:t>
            </a:r>
            <a:r>
              <a:rPr lang="en-US" sz="1600" kern="0" spc="-48" err="1"/>
              <a:t>ut</a:t>
            </a:r>
            <a:r>
              <a:rPr lang="en-US" sz="1600" kern="0" spc="-48"/>
              <a:t> </a:t>
            </a:r>
            <a:r>
              <a:rPr lang="en-US" sz="1600" kern="0" spc="-48" err="1"/>
              <a:t>aliquip</a:t>
            </a:r>
            <a:endParaRPr lang="en-US" sz="1600" kern="0" spc="-48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A05630C-98ED-E946-13DE-F17A7FE6E28C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549069" y="1469388"/>
            <a:ext cx="2879873" cy="359692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Noto IKEA Latin" panose="020B0502040504020204" pitchFamily="34" charset="0"/>
                <a:ea typeface="+mn-ea"/>
                <a:cs typeface="+mn-cs"/>
              </a:defRPr>
            </a:lvl1pPr>
            <a:lvl2pPr marL="0" indent="-3429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spc="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bg1"/>
                </a:solidFill>
              </a:rPr>
              <a:t>© Ingka Holding B.V. </a:t>
            </a:r>
            <a:fld id="{9A7EFC33-196A-42FA-84EF-2423175A4453}" type="datetimeyyyy">
              <a:rPr lang="en-US" sz="800" smtClean="0">
                <a:solidFill>
                  <a:schemeClr val="bg1"/>
                </a:solidFill>
              </a:rPr>
              <a:t>2026</a:t>
            </a:fld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77D9BD5-CCD4-1A61-47FC-8ECE505731C4}"/>
              </a:ext>
            </a:extLst>
          </p:cNvPr>
          <p:cNvSpPr txBox="1">
            <a:spLocks/>
          </p:cNvSpPr>
          <p:nvPr userDrawn="1"/>
        </p:nvSpPr>
        <p:spPr>
          <a:xfrm>
            <a:off x="227013" y="6613241"/>
            <a:ext cx="3889375" cy="120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038" indent="-1730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57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1813" indent="-1698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7550" indent="-1746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TRACKER TEXT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6C994B76-1E59-312B-E313-1A5432229B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608FEE-3B18-9F24-DF69-69D5995890F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99902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777950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AB23DC4-ED2B-6977-E729-47D82E4CF65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FB95C963-B881-7594-8A46-162C40A957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F9EB8F82-C972-6C89-7997-FE7A62A070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46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mple larg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1095859"/>
            <a:ext cx="1044940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597682"/>
            <a:ext cx="3721532" cy="3671446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E8AAA99-3D72-9C8C-380A-6AFC4F3D72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EE9C2763-9252-0C78-2432-13651BF973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2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+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BD4D1A-F41A-58C4-9949-597C9987A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4"/>
            <a:ext cx="3407438" cy="148625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E6865C3-357A-68D5-FFF8-5480A742DB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2014587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quis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9EBB56-967F-879E-FACF-0F9323056823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C781D8EE-A2E5-6F12-C05F-4DBA86C7F8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311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BC64D30C-E332-46CD-C54E-CFEA376E11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112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headl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61CF354-270B-0A6C-9BA1-9C1D27958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97459" y="1430425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FA5E450-BA62-980B-FB05-B26081BBF8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97459" y="2861659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81151D3E-8B08-507C-A302-D85A374D70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7459" y="4292894"/>
            <a:ext cx="3721532" cy="1305860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31B272F-C878-C0F2-1F55-49AA745F34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8968" y="14304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BBF81FD-CBFC-C445-8005-6D1E0E1629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968" y="285917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08C1C2D-100A-0151-B4BB-3BE7AF0390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8968" y="4287925"/>
            <a:ext cx="6407572" cy="1305860"/>
          </a:xfrm>
        </p:spPr>
        <p:txBody>
          <a:bodyPr>
            <a:noAutofit/>
          </a:bodyPr>
          <a:lstStyle>
            <a:lvl1pPr>
              <a:defRPr sz="7000" spc="-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D82ACD8-9FCD-2B98-CE07-2A28ADFCB1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8075602" cy="89941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Descriptor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50EF18-0BDB-7AAC-92E2-985BA02C99F5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5ACE673D-C6D8-C36B-AEB8-F2D1506372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6C80716-FCB5-5A7D-65C8-CBA38E1E2F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6347C-C359-4CB7-124E-6086B36AE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088" y="3286119"/>
            <a:ext cx="5375960" cy="3240000"/>
          </a:xfrm>
        </p:spPr>
        <p:txBody>
          <a:bodyPr>
            <a:noAutofit/>
          </a:bodyPr>
          <a:lstStyle>
            <a:lvl1pPr>
              <a:spcBef>
                <a:spcPts val="60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0200627-FEAB-6A5A-937F-96F7C0D19E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EDC11C0-C07D-9858-50FB-E6E8BED95B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5891" y="3286119"/>
            <a:ext cx="5375960" cy="3240000"/>
          </a:xfrm>
        </p:spPr>
        <p:txBody>
          <a:bodyPr>
            <a:noAutofit/>
          </a:bodyPr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 </a:t>
            </a:r>
            <a:r>
              <a:rPr lang="en-US" sz="1200" err="1"/>
              <a:t>consectetur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Placerat</a:t>
            </a:r>
            <a:r>
              <a:rPr lang="en-US" sz="1200"/>
              <a:t> in id cursus mi </a:t>
            </a:r>
            <a:r>
              <a:rPr lang="en-US" sz="1200" err="1"/>
              <a:t>pretium</a:t>
            </a:r>
            <a:r>
              <a:rPr lang="en-US" sz="1200"/>
              <a:t> </a:t>
            </a:r>
            <a:r>
              <a:rPr lang="en-US" sz="1200" err="1"/>
              <a:t>tellus</a:t>
            </a:r>
            <a:r>
              <a:rPr lang="en-US" sz="1200"/>
              <a:t> </a:t>
            </a:r>
            <a:r>
              <a:rPr lang="en-US" sz="1200" err="1"/>
              <a:t>duis</a:t>
            </a:r>
            <a:r>
              <a:rPr lang="en-US" sz="1200"/>
              <a:t>. Urna </a:t>
            </a:r>
            <a:r>
              <a:rPr lang="en-US" sz="1200" err="1"/>
              <a:t>tempor</a:t>
            </a:r>
            <a:r>
              <a:rPr lang="en-US" sz="1200"/>
              <a:t> pulvinar </a:t>
            </a:r>
            <a:r>
              <a:rPr lang="en-US" sz="1200" err="1"/>
              <a:t>vivamus</a:t>
            </a:r>
            <a:r>
              <a:rPr lang="en-US" sz="1200"/>
              <a:t> </a:t>
            </a:r>
            <a:r>
              <a:rPr lang="en-US" sz="1200" err="1"/>
              <a:t>fringilla</a:t>
            </a:r>
            <a:r>
              <a:rPr lang="en-US" sz="1200"/>
              <a:t> </a:t>
            </a:r>
            <a:r>
              <a:rPr lang="en-US" sz="1200" err="1"/>
              <a:t>lacus</a:t>
            </a:r>
            <a:r>
              <a:rPr lang="en-US" sz="1200"/>
              <a:t> nec </a:t>
            </a:r>
            <a:r>
              <a:rPr lang="en-US" sz="1200" err="1"/>
              <a:t>metus</a:t>
            </a:r>
            <a:r>
              <a:rPr lang="en-US" sz="1200"/>
              <a:t>. Integer </a:t>
            </a:r>
            <a:r>
              <a:rPr lang="en-US" sz="1200" err="1"/>
              <a:t>nunc</a:t>
            </a:r>
            <a:r>
              <a:rPr lang="en-US" sz="1200"/>
              <a:t> </a:t>
            </a:r>
            <a:r>
              <a:rPr lang="en-US" sz="1200" err="1"/>
              <a:t>posuere</a:t>
            </a:r>
            <a:r>
              <a:rPr lang="en-US" sz="1200"/>
              <a:t> </a:t>
            </a:r>
            <a:r>
              <a:rPr lang="en-US" sz="1200" err="1"/>
              <a:t>ut</a:t>
            </a:r>
            <a:r>
              <a:rPr lang="en-US" sz="1200"/>
              <a:t> </a:t>
            </a:r>
            <a:r>
              <a:rPr lang="en-US" sz="1200" err="1"/>
              <a:t>hendrerit</a:t>
            </a:r>
            <a:r>
              <a:rPr lang="en-US" sz="1200"/>
              <a:t> semper vel class. </a:t>
            </a:r>
            <a:r>
              <a:rPr lang="en-US" sz="1200" err="1"/>
              <a:t>Conubia</a:t>
            </a:r>
            <a:r>
              <a:rPr lang="en-US" sz="1200"/>
              <a:t> nostra </a:t>
            </a:r>
            <a:r>
              <a:rPr lang="en-US" sz="1200" err="1"/>
              <a:t>inceptos</a:t>
            </a:r>
            <a:r>
              <a:rPr lang="en-US" sz="1200"/>
              <a:t> </a:t>
            </a:r>
            <a:r>
              <a:rPr lang="en-US" sz="1200" err="1"/>
              <a:t>himenaeos</a:t>
            </a:r>
            <a:r>
              <a:rPr lang="en-US" sz="1200"/>
              <a:t> </a:t>
            </a:r>
            <a:r>
              <a:rPr lang="en-US" sz="1200" err="1"/>
              <a:t>orci</a:t>
            </a:r>
            <a:r>
              <a:rPr lang="en-US" sz="1200"/>
              <a:t> </a:t>
            </a:r>
          </a:p>
          <a:p>
            <a:r>
              <a:rPr lang="en-US" sz="1200"/>
              <a:t>Varius </a:t>
            </a:r>
            <a:r>
              <a:rPr lang="en-US" sz="1200" err="1"/>
              <a:t>natoque</a:t>
            </a:r>
            <a:r>
              <a:rPr lang="en-US" sz="1200"/>
              <a:t> </a:t>
            </a:r>
            <a:r>
              <a:rPr lang="en-US" sz="1200" err="1"/>
              <a:t>penatibus</a:t>
            </a:r>
            <a:r>
              <a:rPr lang="en-US" sz="1200"/>
              <a:t>. Mus </a:t>
            </a:r>
            <a:r>
              <a:rPr lang="en-US" sz="1200" err="1"/>
              <a:t>donec</a:t>
            </a:r>
            <a:r>
              <a:rPr lang="en-US" sz="1200"/>
              <a:t> </a:t>
            </a:r>
            <a:r>
              <a:rPr lang="en-US" sz="1200" err="1"/>
              <a:t>rhoncus</a:t>
            </a:r>
            <a:r>
              <a:rPr lang="en-US" sz="1200"/>
              <a:t> eros </a:t>
            </a:r>
            <a:r>
              <a:rPr lang="en-US" sz="1200" err="1"/>
              <a:t>lobortis</a:t>
            </a:r>
            <a:r>
              <a:rPr lang="en-US" sz="1200"/>
              <a:t> </a:t>
            </a:r>
            <a:r>
              <a:rPr lang="en-US" sz="1200" err="1"/>
              <a:t>nulla</a:t>
            </a:r>
            <a:r>
              <a:rPr lang="en-US" sz="1200"/>
              <a:t> </a:t>
            </a:r>
            <a:r>
              <a:rPr lang="en-US" sz="1200" err="1"/>
              <a:t>molestie</a:t>
            </a:r>
            <a:r>
              <a:rPr lang="en-US" sz="1200"/>
              <a:t> </a:t>
            </a:r>
            <a:r>
              <a:rPr lang="en-US" sz="1200" err="1"/>
              <a:t>mattis</a:t>
            </a:r>
            <a:r>
              <a:rPr lang="en-US" sz="1200"/>
              <a:t>. Purus </a:t>
            </a:r>
            <a:r>
              <a:rPr lang="en-US" sz="1200" err="1"/>
              <a:t>est</a:t>
            </a:r>
            <a:r>
              <a:rPr lang="en-US" sz="1200"/>
              <a:t> </a:t>
            </a:r>
            <a:r>
              <a:rPr lang="en-US" sz="1200" err="1"/>
              <a:t>efficitur</a:t>
            </a:r>
            <a:r>
              <a:rPr lang="en-US" sz="1200"/>
              <a:t> </a:t>
            </a:r>
            <a:r>
              <a:rPr lang="en-US" sz="1200" err="1"/>
              <a:t>laoreet</a:t>
            </a:r>
            <a:r>
              <a:rPr lang="en-US" sz="1200"/>
              <a:t> </a:t>
            </a:r>
            <a:r>
              <a:rPr lang="en-US" sz="1200" err="1"/>
              <a:t>mauris</a:t>
            </a:r>
            <a:r>
              <a:rPr lang="en-US" sz="1200"/>
              <a:t> pharetra vestibulum </a:t>
            </a:r>
            <a:r>
              <a:rPr lang="en-US" sz="1200" err="1"/>
              <a:t>fusce</a:t>
            </a:r>
            <a:r>
              <a:rPr lang="en-US" sz="1200"/>
              <a:t>. </a:t>
            </a:r>
            <a:r>
              <a:rPr lang="en-US" sz="1200" err="1"/>
              <a:t>Sodales</a:t>
            </a:r>
            <a:r>
              <a:rPr lang="en-US" sz="1200"/>
              <a:t> </a:t>
            </a:r>
            <a:r>
              <a:rPr lang="en-US" sz="1200" err="1"/>
              <a:t>consequat</a:t>
            </a:r>
            <a:r>
              <a:rPr lang="en-US" sz="1200"/>
              <a:t> magna ante </a:t>
            </a:r>
            <a:r>
              <a:rPr lang="en-US" sz="1200" err="1"/>
              <a:t>condimentum</a:t>
            </a:r>
            <a:r>
              <a:rPr lang="en-US" sz="1200"/>
              <a:t> </a:t>
            </a:r>
            <a:r>
              <a:rPr lang="en-US" sz="1200" err="1"/>
              <a:t>neque</a:t>
            </a:r>
            <a:r>
              <a:rPr lang="en-US" sz="1200"/>
              <a:t> at </a:t>
            </a:r>
            <a:r>
              <a:rPr lang="en-US" sz="1200" err="1"/>
              <a:t>luctus</a:t>
            </a:r>
            <a:r>
              <a:rPr lang="en-US" sz="1200"/>
              <a:t>. Ligula </a:t>
            </a:r>
            <a:r>
              <a:rPr lang="en-US" sz="1200" err="1"/>
              <a:t>congue</a:t>
            </a:r>
            <a:r>
              <a:rPr lang="en-US" sz="1200"/>
              <a:t> </a:t>
            </a:r>
            <a:r>
              <a:rPr lang="en-US" sz="1200" err="1"/>
              <a:t>sollicitudin</a:t>
            </a:r>
            <a:r>
              <a:rPr lang="en-US" sz="1200"/>
              <a:t> </a:t>
            </a:r>
            <a:r>
              <a:rPr lang="en-US" sz="1200" err="1"/>
              <a:t>erat</a:t>
            </a:r>
            <a:r>
              <a:rPr lang="en-US" sz="1200"/>
              <a:t> </a:t>
            </a:r>
            <a:r>
              <a:rPr lang="en-US" sz="1200" err="1"/>
              <a:t>viverra</a:t>
            </a:r>
            <a:r>
              <a:rPr lang="en-US" sz="1200"/>
              <a:t> ac </a:t>
            </a:r>
            <a:r>
              <a:rPr lang="en-US" sz="1200" err="1"/>
              <a:t>tincidunt</a:t>
            </a:r>
            <a:r>
              <a:rPr lang="en-US" sz="1200"/>
              <a:t> </a:t>
            </a:r>
            <a:r>
              <a:rPr lang="en-US" sz="1200" err="1"/>
              <a:t>nam</a:t>
            </a:r>
            <a:r>
              <a:rPr lang="en-US" sz="1200"/>
              <a:t>. </a:t>
            </a:r>
          </a:p>
          <a:p>
            <a:r>
              <a:rPr lang="en-US" sz="1200" err="1"/>
              <a:t>Lectus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</a:t>
            </a:r>
            <a:r>
              <a:rPr lang="en-US" sz="1200" err="1"/>
              <a:t>augue</a:t>
            </a:r>
            <a:r>
              <a:rPr lang="en-US" sz="1200"/>
              <a:t> </a:t>
            </a:r>
            <a:r>
              <a:rPr lang="en-US" sz="1200" err="1"/>
              <a:t>arcu</a:t>
            </a:r>
            <a:r>
              <a:rPr lang="en-US" sz="1200"/>
              <a:t> </a:t>
            </a:r>
            <a:r>
              <a:rPr lang="en-US" sz="1200" err="1"/>
              <a:t>dignissim</a:t>
            </a:r>
            <a:r>
              <a:rPr lang="en-US" sz="1200"/>
              <a:t> </a:t>
            </a:r>
            <a:r>
              <a:rPr lang="en-US" sz="1200" err="1"/>
              <a:t>velit</a:t>
            </a:r>
            <a:r>
              <a:rPr lang="en-US" sz="1200"/>
              <a:t> </a:t>
            </a:r>
            <a:r>
              <a:rPr lang="en-US" sz="1200" err="1"/>
              <a:t>aliquam</a:t>
            </a:r>
            <a:r>
              <a:rPr lang="en-US" sz="1200"/>
              <a:t> </a:t>
            </a:r>
            <a:r>
              <a:rPr lang="en-US" sz="1200" err="1"/>
              <a:t>imperdiet</a:t>
            </a:r>
            <a:r>
              <a:rPr lang="en-US" sz="1200"/>
              <a:t>. Cras </a:t>
            </a:r>
            <a:r>
              <a:rPr lang="en-US" sz="1200" err="1"/>
              <a:t>eleifend</a:t>
            </a:r>
            <a:r>
              <a:rPr lang="en-US" sz="1200"/>
              <a:t> </a:t>
            </a:r>
            <a:r>
              <a:rPr lang="en-US" sz="1200" err="1"/>
              <a:t>turpis</a:t>
            </a:r>
            <a:r>
              <a:rPr lang="en-US" sz="1200"/>
              <a:t> fames </a:t>
            </a:r>
            <a:r>
              <a:rPr lang="en-US" sz="1200" err="1"/>
              <a:t>primis</a:t>
            </a:r>
            <a:r>
              <a:rPr lang="en-US" sz="1200"/>
              <a:t> </a:t>
            </a:r>
            <a:r>
              <a:rPr lang="en-US" sz="1200" err="1"/>
              <a:t>vulputate</a:t>
            </a:r>
            <a:r>
              <a:rPr lang="en-US" sz="1200"/>
              <a:t> </a:t>
            </a:r>
            <a:r>
              <a:rPr lang="en-US" sz="1200" err="1"/>
              <a:t>ornare</a:t>
            </a:r>
            <a:r>
              <a:rPr lang="en-US" sz="1200"/>
              <a:t> </a:t>
            </a:r>
            <a:r>
              <a:rPr lang="en-US" sz="1200" err="1"/>
              <a:t>sagittis</a:t>
            </a:r>
            <a:r>
              <a:rPr lang="en-US" sz="1200"/>
              <a:t>. Libero </a:t>
            </a:r>
            <a:r>
              <a:rPr lang="en-US" sz="1200" err="1"/>
              <a:t>feugiat</a:t>
            </a:r>
            <a:r>
              <a:rPr lang="en-US" sz="1200"/>
              <a:t> </a:t>
            </a:r>
            <a:r>
              <a:rPr lang="en-US" sz="1200" err="1"/>
              <a:t>tristique</a:t>
            </a:r>
            <a:r>
              <a:rPr lang="en-US" sz="1200"/>
              <a:t> </a:t>
            </a:r>
            <a:r>
              <a:rPr lang="en-US" sz="1200" err="1"/>
              <a:t>accumsan</a:t>
            </a:r>
            <a:r>
              <a:rPr lang="en-US" sz="1200"/>
              <a:t> </a:t>
            </a:r>
            <a:r>
              <a:rPr lang="en-US" sz="1200" err="1"/>
              <a:t>maecenas</a:t>
            </a:r>
            <a:r>
              <a:rPr lang="en-US" sz="1200"/>
              <a:t> </a:t>
            </a:r>
            <a:r>
              <a:rPr lang="en-US" sz="1200" err="1"/>
              <a:t>potenti</a:t>
            </a:r>
            <a:r>
              <a:rPr lang="en-US" sz="1200"/>
              <a:t> </a:t>
            </a:r>
            <a:r>
              <a:rPr lang="en-US" sz="1200" err="1"/>
              <a:t>ultricies</a:t>
            </a:r>
            <a:r>
              <a:rPr lang="en-US" sz="1200"/>
              <a:t> habitant. </a:t>
            </a:r>
            <a:r>
              <a:rPr lang="en-US" sz="1200" err="1"/>
              <a:t>Cubilia</a:t>
            </a:r>
            <a:r>
              <a:rPr lang="en-US" sz="1200"/>
              <a:t> curae hac </a:t>
            </a:r>
            <a:r>
              <a:rPr lang="en-US" sz="1200" err="1"/>
              <a:t>habitasse</a:t>
            </a:r>
            <a:r>
              <a:rPr lang="en-US" sz="1200"/>
              <a:t> </a:t>
            </a:r>
            <a:r>
              <a:rPr lang="en-US" sz="1200" err="1"/>
              <a:t>platea</a:t>
            </a:r>
            <a:r>
              <a:rPr lang="en-US" sz="1200"/>
              <a:t> </a:t>
            </a:r>
            <a:r>
              <a:rPr lang="en-US" sz="1200" err="1"/>
              <a:t>dictumst</a:t>
            </a:r>
            <a:r>
              <a:rPr lang="en-US" sz="1200"/>
              <a:t> lorem ipsum. </a:t>
            </a:r>
          </a:p>
          <a:p>
            <a:r>
              <a:rPr lang="en-US" sz="1200" err="1"/>
              <a:t>Faucibus</a:t>
            </a:r>
            <a:r>
              <a:rPr lang="en-US" sz="1200"/>
              <a:t> ex </a:t>
            </a:r>
            <a:r>
              <a:rPr lang="en-US" sz="1200" err="1"/>
              <a:t>sapien</a:t>
            </a:r>
            <a:r>
              <a:rPr lang="en-US" sz="1200"/>
              <a:t> vitae </a:t>
            </a:r>
            <a:r>
              <a:rPr lang="en-US" sz="1200" err="1"/>
              <a:t>pellentesque</a:t>
            </a:r>
            <a:r>
              <a:rPr lang="en-US" sz="1200"/>
              <a:t> </a:t>
            </a:r>
            <a:r>
              <a:rPr lang="en-US" sz="1200" err="1"/>
              <a:t>sem</a:t>
            </a:r>
            <a:r>
              <a:rPr lang="en-US" sz="1200"/>
              <a:t> </a:t>
            </a:r>
            <a:r>
              <a:rPr lang="en-US" sz="1200" err="1"/>
              <a:t>placerat</a:t>
            </a:r>
            <a:r>
              <a:rPr lang="en-US" sz="1200"/>
              <a:t> in. Tempus </a:t>
            </a:r>
            <a:r>
              <a:rPr lang="en-US" sz="1200" err="1"/>
              <a:t>leo</a:t>
            </a:r>
            <a:r>
              <a:rPr lang="en-US" sz="1200"/>
              <a:t> </a:t>
            </a:r>
            <a:r>
              <a:rPr lang="en-US" sz="1200" err="1"/>
              <a:t>eu</a:t>
            </a:r>
            <a:r>
              <a:rPr lang="en-US" sz="1200"/>
              <a:t> </a:t>
            </a:r>
            <a:r>
              <a:rPr lang="en-US" sz="1200" err="1"/>
              <a:t>aenean</a:t>
            </a:r>
            <a:r>
              <a:rPr lang="en-US" sz="1200"/>
              <a:t> sed diam </a:t>
            </a:r>
            <a:r>
              <a:rPr lang="en-US" sz="1200" err="1"/>
              <a:t>urna</a:t>
            </a:r>
            <a:r>
              <a:rPr lang="en-US" sz="1200"/>
              <a:t> </a:t>
            </a:r>
            <a:r>
              <a:rPr lang="en-US" sz="1200" err="1"/>
              <a:t>tempor</a:t>
            </a:r>
            <a:r>
              <a:rPr lang="en-US" sz="1200"/>
              <a:t>.</a:t>
            </a:r>
            <a:endParaRPr lang="en-GB" sz="12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4AB0511-D305-0722-808B-3A72CBC94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DEEDA0E-F149-4859-9AE2-E3854A276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456004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- colori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B50DEC86-BD32-9BF0-1CCA-612C25C1A87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51D7000-1157-4C28-EBFD-DF3C635726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012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BAE88CB-E6DE-B4A7-31C3-68522BD12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0835" y="512763"/>
            <a:ext cx="4446587" cy="3671446"/>
          </a:xfrm>
        </p:spPr>
        <p:txBody>
          <a:bodyPr>
            <a:noAutofit/>
          </a:bodyPr>
          <a:lstStyle>
            <a:lvl1pPr>
              <a:defRPr sz="18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5C55A9-CF69-DDA5-B820-30BA5DE26B8C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F631E467-B016-5030-1AE9-69E7198348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AD839647-05DC-7F21-3C9F-90C799162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4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2DE3EA66-6625-75A4-5588-F4A009A4B6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418B33E5-2032-DB9E-13D9-B4FFB6A1C4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3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F6B6EFE0-B6D2-8361-B34F-D7107A899E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3287801"/>
            <a:ext cx="3600000" cy="3211424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87047D1-3DC9-D8D4-322C-3D48674B07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C11BCF23-8732-6772-1433-A2510C6F0A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F11B21-74E2-B019-3168-A90CE516E0B7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AA286CE0-CF2D-FBCF-82AF-ED4C08A4DE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96790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93712C-501B-F4D7-FCC8-8A0EC9A47A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52AD463-4526-8956-B1D5-D222754A39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770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BAF3741-3DF2-B4DD-06C8-E4E589BBE1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93617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8840E7B8-D73D-BCF2-4CA4-AF99E40A087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9529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F752EF6-5E6A-856C-BFCD-BD14B9E1A6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4475" y="2448000"/>
            <a:ext cx="2592000" cy="3240000"/>
          </a:xfrm>
        </p:spPr>
        <p:txBody>
          <a:bodyPr>
            <a:normAutofit/>
          </a:bodyPr>
          <a:lstStyle>
            <a:lvl1pPr>
              <a:lnSpc>
                <a:spcPts val="14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</a:p>
          <a:p>
            <a:r>
              <a:rPr lang="en-US"/>
              <a:t>Varius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. Mus </a:t>
            </a:r>
            <a:r>
              <a:rPr lang="en-US" err="1"/>
              <a:t>donec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 eros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. Purus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pharetra vestibulum </a:t>
            </a:r>
            <a:r>
              <a:rPr lang="en-US" err="1"/>
              <a:t>fusce</a:t>
            </a:r>
            <a:r>
              <a:rPr lang="en-US"/>
              <a:t>.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magna ante </a:t>
            </a:r>
            <a:r>
              <a:rPr lang="en-US" err="1"/>
              <a:t>condimentum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at </a:t>
            </a:r>
            <a:r>
              <a:rPr lang="en-US" err="1"/>
              <a:t>luctus</a:t>
            </a:r>
            <a:r>
              <a:rPr lang="en-US"/>
              <a:t>. Ligula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ac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nam</a:t>
            </a:r>
            <a:r>
              <a:rPr lang="en-US"/>
              <a:t>. </a:t>
            </a:r>
          </a:p>
          <a:p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A255C0ED-709D-ABB0-FC6A-E24CE3D02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349554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43FB549-0CDE-78B8-4A55-0A247FAD847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60233B4A-4AEE-D01F-4FDE-882A555E0E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5934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IMAGE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461997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" name="Platshållare för text 17">
            <a:extLst>
              <a:ext uri="{FF2B5EF4-FFF2-40B4-BE49-F238E27FC236}">
                <a16:creationId xmlns:a16="http://schemas.microsoft.com/office/drawing/2014/main" id="{72E6AEB1-4F3C-E4AB-299B-B5283B26D3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9B77643-C90C-E24E-B291-2E5213D4E2D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918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small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1079681"/>
            <a:ext cx="3721532" cy="3671446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AA54E6E-46D5-F06D-6D40-8B0B159B25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512763"/>
            <a:ext cx="4446587" cy="566918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2872FD8-B2D7-0611-6288-703ACA5E703A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C94BD93-4BDC-FD51-BCBC-F484476C4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9E4B6C92-50CA-FC54-F210-7C54B345F7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84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image + lar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2"/>
            <a:ext cx="5207695" cy="1509763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2022526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38D1DD4C-3C37-F624-961D-ABAA6AC5E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54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50/50 - image + mediu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57B471F-BD47-7611-FF20-DD86A415DCD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7" name="Platshållare för text 17">
            <a:extLst>
              <a:ext uri="{FF2B5EF4-FFF2-40B4-BE49-F238E27FC236}">
                <a16:creationId xmlns:a16="http://schemas.microsoft.com/office/drawing/2014/main" id="{38D1DD4C-3C37-F624-961D-ABAA6AC5E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4860B54D-DDAC-A1B6-738B-69EF303943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36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2rd img+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8023" y="512763"/>
            <a:ext cx="3721531" cy="76045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4826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B3415B2-BD0D-2D4C-A440-6BA1C1FCA5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8023" y="1300622"/>
            <a:ext cx="3721532" cy="3671446"/>
          </a:xfrm>
        </p:spPr>
        <p:txBody>
          <a:bodyPr>
            <a:noAutofit/>
          </a:bodyPr>
          <a:lstStyle>
            <a:lvl1pPr>
              <a:defRPr sz="1200" spc="-3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</a:t>
            </a:r>
            <a:r>
              <a:rPr lang="en-US" err="1"/>
              <a:t>itation</a:t>
            </a:r>
            <a:r>
              <a:rPr lang="en-US"/>
              <a:t>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  <a:p>
            <a:pPr lvl="0"/>
            <a:endParaRPr lang="en-GB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F3C3742-381F-2F57-5CEC-93B621F514D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9058" y="5036185"/>
            <a:ext cx="4292241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288317-063D-F1CE-9F05-49714BB1E431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9" name="Platshållare för text 17">
            <a:extLst>
              <a:ext uri="{FF2B5EF4-FFF2-40B4-BE49-F238E27FC236}">
                <a16:creationId xmlns:a16="http://schemas.microsoft.com/office/drawing/2014/main" id="{073BFA81-28FB-E87C-D9DC-547838A869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94E1C10E-C4E0-8638-8483-36C717A4C9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46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0/50 - big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12A1-93B1-D5C7-B939-AC9F5EC6F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012" y="512763"/>
            <a:ext cx="5147875" cy="366262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4000" spc="-8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314E7ED-9596-EDDF-E504-677C8C785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85F595-848F-F786-2B97-ABFD562D9348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>
                <a:solidFill>
                  <a:schemeClr val="bg1"/>
                </a:solidFill>
              </a:rPr>
              <a:pPr algn="r"/>
              <a:t>‹#›</a:t>
            </a:fld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BD8E086B-A989-FAFF-DB82-571BBF31E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81C6392D-74C4-C0CA-72CA-82268F15D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8412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367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4A9C174-7C24-130D-C76A-85747921916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8475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E82F7569-8C46-6062-7752-A27AD267D72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7138" y="2448000"/>
            <a:ext cx="3598862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C9DC8F-CB2D-1A8C-9E33-1C9DB4799B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567157EA-3458-0C37-5513-858FF978BC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F27E3811-B9C5-A567-4365-781E5AB234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7725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A44DCA4-77DA-ACB5-9839-E6BD09A692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26000" y="4716000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1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r>
              <a:rPr lang="en-US"/>
              <a:t>.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hendrerit</a:t>
            </a:r>
            <a:r>
              <a:rPr lang="en-US"/>
              <a:t> semper vel class.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 </a:t>
            </a:r>
            <a:r>
              <a:rPr lang="en-US" err="1"/>
              <a:t>orci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BD23C2D-D058-8D03-5CD9-BEE550CA7BDB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10" name="Platshållare för text 17">
            <a:extLst>
              <a:ext uri="{FF2B5EF4-FFF2-40B4-BE49-F238E27FC236}">
                <a16:creationId xmlns:a16="http://schemas.microsoft.com/office/drawing/2014/main" id="{8BADE9E4-A754-E60A-DEDC-F83688E8B6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2445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098211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s scrol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3226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7C5D0340-0A2D-2BA9-24DA-6C22306A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DB6CD255-3EEB-04D6-3579-4F98A09419D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90039" y="1814052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FBED604-2E0B-7DFA-9E37-E6E26C94A3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4153" y="201121"/>
            <a:ext cx="3600000" cy="146304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43CD71C9-B29D-B3E6-09C7-A7C741934F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31097" y="0"/>
            <a:ext cx="3598862" cy="5043948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67E4C5B-DFB3-B301-98A7-608651102B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9959" y="5215572"/>
            <a:ext cx="3600000" cy="146304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9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Placerat</a:t>
            </a:r>
            <a:r>
              <a:rPr lang="en-US"/>
              <a:t>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. Urna </a:t>
            </a:r>
            <a:r>
              <a:rPr lang="en-US" err="1"/>
              <a:t>tempor</a:t>
            </a:r>
            <a:r>
              <a:rPr lang="en-US"/>
              <a:t>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nec </a:t>
            </a:r>
            <a:r>
              <a:rPr lang="en-US" err="1"/>
              <a:t>metus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88A5F7D-F529-5067-2E29-6DE483BB3226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6D92D51F-B895-9D88-10F0-5650129B6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208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446158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E7AF3D8-A20D-0568-A403-5AAE0FDAC1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6EB17D-E65E-DF29-E105-A8A8DA8273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245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35DB821-8F82-60CE-E443-897FD973727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173923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D6C3929F-7AF6-6F09-4DEE-A88870B57E4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156121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F92A8802-7332-BDCC-F758-D0B64CEF318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56475" y="2448000"/>
            <a:ext cx="2772000" cy="2160000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439DAF-52E3-4897-CF69-78DCAFA729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73923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F6DD632-2AA7-5127-DF8F-5683CD551CA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6121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1AD8C8F-AAB2-B2B9-0FB6-AC8C49B911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56475" y="4716000"/>
            <a:ext cx="2772000" cy="1327112"/>
          </a:xfrm>
        </p:spPr>
        <p:txBody>
          <a:bodyPr>
            <a:noAutofit/>
          </a:bodyPr>
          <a:lstStyle>
            <a:lvl1pPr>
              <a:defRPr sz="1100" b="0" spc="-4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exercsit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GB"/>
          </a:p>
          <a:p>
            <a:pPr lvl="0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C2F1F-48C4-051B-0559-6A512DE634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8" y="512763"/>
            <a:ext cx="10848568" cy="836791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2400" spc="-120" baseline="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4745F15-024D-C938-2CC8-4BA12667F2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088" y="1584000"/>
            <a:ext cx="10848568" cy="265113"/>
          </a:xfrm>
        </p:spPr>
        <p:txBody>
          <a:bodyPr>
            <a:no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F1314B0-4A48-D4DD-E7C8-1108A3D95494}"/>
              </a:ext>
            </a:extLst>
          </p:cNvPr>
          <p:cNvSpPr txBox="1">
            <a:spLocks/>
          </p:cNvSpPr>
          <p:nvPr userDrawn="1"/>
        </p:nvSpPr>
        <p:spPr>
          <a:xfrm>
            <a:off x="11766475" y="6608412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C09B3A22-787A-B9E9-E49A-A996E4820D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867022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title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367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119CFC6-3C57-5149-7902-539FE773F1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68" y="531015"/>
            <a:ext cx="6407572" cy="1305860"/>
          </a:xfrm>
        </p:spPr>
        <p:txBody>
          <a:bodyPr>
            <a:noAutofit/>
          </a:bodyPr>
          <a:lstStyle>
            <a:lvl1pPr>
              <a:defRPr sz="14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81B2B24-3194-C9EE-82EC-1989A0B87D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F575E412-EF85-4A59-E8E7-CD746EC4BE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2547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746839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image + highligh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alpha val="1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0A3266E-952A-3DF4-7AA8-0C99CDDC8F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8985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5278BDC5-526C-A4F1-02ED-5C48D9FCB2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88022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9476AFA-7BF8-9E5E-7FE2-568B63441F3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4197" y="4622494"/>
            <a:ext cx="3412953" cy="1305860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4C0BBD6-7277-10D8-ABF7-BB230949E7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2" name="Bildobjekt 1">
            <a:extLst>
              <a:ext uri="{FF2B5EF4-FFF2-40B4-BE49-F238E27FC236}">
                <a16:creationId xmlns:a16="http://schemas.microsoft.com/office/drawing/2014/main" id="{4089B8AF-899B-4BE4-C889-BD55F3E5E5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3BE6215B-68D2-E407-FB21-05D1F865B8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3768212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ual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6F21B29-877F-3A19-C64D-3B4F3CFF86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CFF034-26D5-F924-2662-05A68D2366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solidFill>
            <a:schemeClr val="tx1">
              <a:alpha val="65000"/>
            </a:schemeClr>
          </a:solidFill>
        </p:spPr>
        <p:txBody>
          <a:bodyPr/>
          <a:lstStyle/>
          <a:p>
            <a:r>
              <a:rPr lang="sv-SE"/>
              <a:t>Klicka på ikonen för att lägga till en bild</a:t>
            </a:r>
            <a:endParaRPr lang="en-GB"/>
          </a:p>
        </p:txBody>
      </p:sp>
      <p:sp>
        <p:nvSpPr>
          <p:cNvPr id="2" name="Rubrik 10">
            <a:extLst>
              <a:ext uri="{FF2B5EF4-FFF2-40B4-BE49-F238E27FC236}">
                <a16:creationId xmlns:a16="http://schemas.microsoft.com/office/drawing/2014/main" id="{E36C2265-5516-8D2C-3A6A-EF428546B51F}"/>
              </a:ext>
            </a:extLst>
          </p:cNvPr>
          <p:cNvSpPr txBox="1">
            <a:spLocks/>
          </p:cNvSpPr>
          <p:nvPr userDrawn="1"/>
        </p:nvSpPr>
        <p:spPr>
          <a:xfrm>
            <a:off x="227013" y="515938"/>
            <a:ext cx="5723300" cy="54807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sz="1400" spc="-30">
                <a:solidFill>
                  <a:schemeClr val="bg1"/>
                </a:solidFill>
                <a:latin typeface="Noto IKEA Latin" panose="020B0502040504020204" pitchFamily="34" charset="0"/>
              </a:rPr>
              <a:t>Text placeholder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43F4FDE-6BCB-F380-54A1-7537B2C8EB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95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83DC100-332D-690B-AEE2-2E388C9979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88430" y="2862735"/>
            <a:ext cx="5361350" cy="566265"/>
          </a:xfrm>
        </p:spPr>
        <p:txBody>
          <a:bodyPr>
            <a:noAutofit/>
          </a:bodyPr>
          <a:lstStyle>
            <a:lvl1pPr algn="ctr">
              <a:defRPr sz="48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59F9DCAD-81C3-D596-E962-4CE77DEED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750"/>
            <a:ext cx="186621" cy="125723"/>
          </a:xfrm>
          <a:prstGeom prst="rect">
            <a:avLst/>
          </a:prstGeom>
        </p:spPr>
      </p:pic>
      <p:sp>
        <p:nvSpPr>
          <p:cNvPr id="10" name="Platshållare för text 17">
            <a:extLst>
              <a:ext uri="{FF2B5EF4-FFF2-40B4-BE49-F238E27FC236}">
                <a16:creationId xmlns:a16="http://schemas.microsoft.com/office/drawing/2014/main" id="{8B40D54F-C3BB-A281-4309-D5D848A672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3647910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STATEMENT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3082964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6" name="Platshållare för text 17">
            <a:extLst>
              <a:ext uri="{FF2B5EF4-FFF2-40B4-BE49-F238E27FC236}">
                <a16:creationId xmlns:a16="http://schemas.microsoft.com/office/drawing/2014/main" id="{149DE318-365F-8875-370E-BD72E50BBD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4798879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only - Red bg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DECCA52-5BF0-6D4C-32B7-E15B8287B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2185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449821B-7694-9E61-EC7C-49CA232D43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9032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724939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- Blue bg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32" y="2592209"/>
            <a:ext cx="10848568" cy="836791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4" name="Platshållare för text 17">
            <a:extLst>
              <a:ext uri="{FF2B5EF4-FFF2-40B4-BE49-F238E27FC236}">
                <a16:creationId xmlns:a16="http://schemas.microsoft.com/office/drawing/2014/main" id="{CF16C80D-47CA-9152-94BC-99CDC42B7E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4338843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paragraph - whit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DF9C5-4C35-E58C-19B5-52B54FB5A1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2087" y="512763"/>
            <a:ext cx="7101847" cy="578956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60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8CC6BA5-0C94-035D-668B-056EAFA60D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15522" y="4622494"/>
            <a:ext cx="3412953" cy="1679832"/>
          </a:xfrm>
        </p:spPr>
        <p:txBody>
          <a:bodyPr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6FD61E7E-D288-5C5B-8127-31914EC6FB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30673675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1C699DB-E46F-6166-8319-08C1F21C39F0}"/>
              </a:ext>
            </a:extLst>
          </p:cNvPr>
          <p:cNvSpPr txBox="1">
            <a:spLocks/>
          </p:cNvSpPr>
          <p:nvPr userDrawn="1"/>
        </p:nvSpPr>
        <p:spPr>
          <a:xfrm>
            <a:off x="11502000" y="6498000"/>
            <a:ext cx="324000" cy="14040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0ED75D7-74A5-4781-96F8-8F56301B8EAB}" type="slidenum">
              <a:rPr lang="en-GB" sz="900" smtClean="0"/>
              <a:pPr algn="r"/>
              <a:t>‹#›</a:t>
            </a:fld>
            <a:endParaRPr lang="en-GB" sz="900"/>
          </a:p>
        </p:txBody>
      </p:sp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4D0CC4D8-7AC4-EAFA-5F18-6694F5F991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4426034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&gt;&gt;&gt;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extLst>
              <a:ext uri="{FF2B5EF4-FFF2-40B4-BE49-F238E27FC236}">
                <a16:creationId xmlns:a16="http://schemas.microsoft.com/office/drawing/2014/main" id="{44E1FEC7-B97E-C4A4-5C8B-18AA0D81C2E9}"/>
              </a:ext>
            </a:extLst>
          </p:cNvPr>
          <p:cNvSpPr/>
          <p:nvPr userDrawn="1"/>
        </p:nvSpPr>
        <p:spPr>
          <a:xfrm>
            <a:off x="382385" y="232757"/>
            <a:ext cx="11596255" cy="5769034"/>
          </a:xfrm>
          <a:prstGeom prst="rightArrow">
            <a:avLst>
              <a:gd name="adj1" fmla="val 100000"/>
              <a:gd name="adj2" fmla="val 27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2ECCE-CBD4-E7F1-1E0A-FD79B186F92F}"/>
              </a:ext>
            </a:extLst>
          </p:cNvPr>
          <p:cNvSpPr txBox="1"/>
          <p:nvPr userDrawn="1"/>
        </p:nvSpPr>
        <p:spPr>
          <a:xfrm>
            <a:off x="827577" y="886690"/>
            <a:ext cx="9696335" cy="4135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80000"/>
              </a:lnSpc>
              <a:spcBef>
                <a:spcPts val="600"/>
              </a:spcBef>
            </a:pPr>
            <a:r>
              <a:rPr lang="en-US" sz="12000" b="1">
                <a:solidFill>
                  <a:schemeClr val="bg1"/>
                </a:solidFill>
              </a:rPr>
              <a:t>END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13423802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8E89FC28-5269-EC9A-10B1-3970D946E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15462"/>
            <a:ext cx="186621" cy="125723"/>
          </a:xfrm>
          <a:prstGeom prst="rect">
            <a:avLst/>
          </a:prstGeom>
        </p:spPr>
      </p:pic>
      <p:sp>
        <p:nvSpPr>
          <p:cNvPr id="3" name="Platshållare för text 17">
            <a:extLst>
              <a:ext uri="{FF2B5EF4-FFF2-40B4-BE49-F238E27FC236}">
                <a16:creationId xmlns:a16="http://schemas.microsoft.com/office/drawing/2014/main" id="{19AB6D26-9363-6A0B-E9CE-17A06DB0C9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067705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58B3C-3662-3113-C223-C972049C78D8}"/>
              </a:ext>
            </a:extLst>
          </p:cNvPr>
          <p:cNvSpPr/>
          <p:nvPr userDrawn="1"/>
        </p:nvSpPr>
        <p:spPr>
          <a:xfrm>
            <a:off x="0" y="-3696"/>
            <a:ext cx="12192000" cy="6861696"/>
          </a:xfrm>
          <a:prstGeom prst="rect">
            <a:avLst/>
          </a:prstGeom>
          <a:solidFill>
            <a:srgbClr val="FFDB0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bg1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BE75FE-1541-7F1E-F42B-2E26ADE5D0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D43DE8-61DB-C4BC-E892-A77BBB77C5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038B7CBA-047E-BE8C-3D9A-E587888A19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/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10339946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image bg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>
            <a:extLst>
              <a:ext uri="{FF2B5EF4-FFF2-40B4-BE49-F238E27FC236}">
                <a16:creationId xmlns:a16="http://schemas.microsoft.com/office/drawing/2014/main" id="{79E87900-1300-519A-6E85-4126BD502A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294801"/>
            <a:ext cx="12192000" cy="7447601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323EA0F-3255-189B-F49F-6A597C6705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E5C32A-E3C8-8C08-23DD-2CD430751E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7017D772-CFF2-BE01-021C-8F9B6D2141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642929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41BF6797-29D9-8F17-936A-48369771F2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8427608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ack bg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E0ADF3C-408D-6367-574E-E895629C6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0024" y="2588415"/>
            <a:ext cx="10971952" cy="1305860"/>
          </a:xfrm>
        </p:spPr>
        <p:txBody>
          <a:bodyPr>
            <a:noAutofit/>
          </a:bodyPr>
          <a:lstStyle>
            <a:lvl1pPr algn="ctr">
              <a:defRPr sz="7000" spc="-1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BC1D06F-3FD7-D7D5-D731-EAD46DE0F3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5943" y="4952922"/>
            <a:ext cx="3412953" cy="1305860"/>
          </a:xfrm>
        </p:spPr>
        <p:txBody>
          <a:bodyPr anchor="b">
            <a:noAutofit/>
          </a:bodyPr>
          <a:lstStyle>
            <a:lvl1pPr>
              <a:defRPr sz="1600" spc="-3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placeholder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93C7E04E-1AEA-64CF-7D49-EDDADC76E4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88" y="6595678"/>
            <a:ext cx="186621" cy="125723"/>
          </a:xfrm>
          <a:prstGeom prst="rect">
            <a:avLst/>
          </a:prstGeom>
        </p:spPr>
      </p:pic>
      <p:sp>
        <p:nvSpPr>
          <p:cNvPr id="5" name="Platshållare för text 17">
            <a:extLst>
              <a:ext uri="{FF2B5EF4-FFF2-40B4-BE49-F238E27FC236}">
                <a16:creationId xmlns:a16="http://schemas.microsoft.com/office/drawing/2014/main" id="{A1B933F0-C2C0-E917-9467-E0744C03B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8968" y="0"/>
            <a:ext cx="2844800" cy="358775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TRACKER TEXT</a:t>
            </a:r>
          </a:p>
        </p:txBody>
      </p:sp>
    </p:spTree>
    <p:extLst>
      <p:ext uri="{BB962C8B-B14F-4D97-AF65-F5344CB8AC3E}">
        <p14:creationId xmlns:p14="http://schemas.microsoft.com/office/powerpoint/2010/main" val="28380498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Relationship Id="rId4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56A69-E94A-146F-33D9-4F9904BBC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512763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Headline Noto regular 50 p,  -1,5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032C-E27F-CA46-D793-53BE6B132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880509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FC797C-D3B1-2A9E-4E58-E184491CFE4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549069" y="1469388"/>
            <a:ext cx="2879873" cy="359692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Noto IKEA Latin" panose="020B0502040504020204" pitchFamily="34" charset="0"/>
                <a:ea typeface="+mn-ea"/>
                <a:cs typeface="+mn-cs"/>
              </a:defRPr>
            </a:lvl1pPr>
            <a:lvl2pPr marL="0" indent="-342900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 spc="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Noto IKEA Latin" panose="020B05020405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chemeClr val="tx1"/>
                </a:solidFill>
              </a:rPr>
              <a:t>© Ingka Holding B.V. </a:t>
            </a:r>
            <a:fld id="{9A7EFC33-196A-42FA-84EF-2423175A4453}" type="datetimeyyyy">
              <a:rPr lang="en-US" sz="800" smtClean="0">
                <a:solidFill>
                  <a:schemeClr val="tx1"/>
                </a:solidFill>
              </a:rPr>
              <a:t>2026</a:t>
            </a:fld>
            <a:endParaRPr lang="en-GB" sz="800">
              <a:solidFill>
                <a:schemeClr val="tx1"/>
              </a:solidFill>
            </a:endParaRP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77DCC861-6908-489C-B13B-C692AC18EEC0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8" y="6607160"/>
            <a:ext cx="186621" cy="1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7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9" r:id="rId2"/>
    <p:sldLayoutId id="2147483718" r:id="rId3"/>
    <p:sldLayoutId id="2147483688" r:id="rId4"/>
    <p:sldLayoutId id="2147483712" r:id="rId5"/>
    <p:sldLayoutId id="2147483733" r:id="rId6"/>
    <p:sldLayoutId id="2147483691" r:id="rId7"/>
    <p:sldLayoutId id="2147483730" r:id="rId8"/>
    <p:sldLayoutId id="2147483739" r:id="rId9"/>
    <p:sldLayoutId id="2147483732" r:id="rId10"/>
    <p:sldLayoutId id="2147483685" r:id="rId11"/>
    <p:sldLayoutId id="2147483665" r:id="rId12"/>
    <p:sldLayoutId id="2147483731" r:id="rId13"/>
    <p:sldLayoutId id="2147483666" r:id="rId14"/>
    <p:sldLayoutId id="2147483708" r:id="rId15"/>
    <p:sldLayoutId id="2147483722" r:id="rId16"/>
    <p:sldLayoutId id="2147483672" r:id="rId17"/>
    <p:sldLayoutId id="2147483720" r:id="rId18"/>
    <p:sldLayoutId id="2147483740" r:id="rId19"/>
    <p:sldLayoutId id="2147483735" r:id="rId20"/>
    <p:sldLayoutId id="2147483726" r:id="rId21"/>
    <p:sldLayoutId id="2147483663" r:id="rId22"/>
    <p:sldLayoutId id="2147483734" r:id="rId23"/>
    <p:sldLayoutId id="2147483707" r:id="rId24"/>
    <p:sldLayoutId id="2147483668" r:id="rId25"/>
    <p:sldLayoutId id="2147483725" r:id="rId26"/>
    <p:sldLayoutId id="2147483673" r:id="rId27"/>
    <p:sldLayoutId id="2147483721" r:id="rId28"/>
    <p:sldLayoutId id="2147483723" r:id="rId29"/>
    <p:sldLayoutId id="2147483737" r:id="rId30"/>
    <p:sldLayoutId id="2147483738" r:id="rId31"/>
    <p:sldLayoutId id="2147483679" r:id="rId32"/>
    <p:sldLayoutId id="2147483724" r:id="rId33"/>
    <p:sldLayoutId id="2147483680" r:id="rId34"/>
    <p:sldLayoutId id="2147483727" r:id="rId35"/>
    <p:sldLayoutId id="2147483736" r:id="rId36"/>
    <p:sldLayoutId id="2147483728" r:id="rId37"/>
    <p:sldLayoutId id="2147483729" r:id="rId38"/>
    <p:sldLayoutId id="2147483684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73038" indent="-173038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573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31813" indent="-169863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7550" indent="-17462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" userDrawn="1">
          <p15:clr>
            <a:srgbClr val="F26B43"/>
          </p15:clr>
        </p15:guide>
        <p15:guide id="2" pos="7454" userDrawn="1">
          <p15:clr>
            <a:srgbClr val="F26B43"/>
          </p15:clr>
        </p15:guide>
        <p15:guide id="3" pos="228" userDrawn="1">
          <p15:clr>
            <a:srgbClr val="F26B43"/>
          </p15:clr>
        </p15:guide>
        <p15:guide id="4" orient="horz" pos="4094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121" userDrawn="1">
          <p15:clr>
            <a:srgbClr val="F26B43"/>
          </p15:clr>
        </p15:guide>
        <p15:guide id="8" orient="horz" pos="323" userDrawn="1">
          <p15:clr>
            <a:srgbClr val="F26B43"/>
          </p15:clr>
        </p15:guide>
        <p15:guide id="9" pos="751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practical introduction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better business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business joins value, delivery, and 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VALUE — Meet real needs</a:t>
            </a:r>
          </a:p>
          <a:p>
            <a:r>
              <a:t>DELIVERY — Organize delivery</a:t>
            </a:r>
          </a:p>
          <a:p>
            <a:r>
              <a:t>ECONOMICS — Sustain the offer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 learning 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Understand needs</a:t>
            </a:r>
          </a:p>
          <a:p>
            <a:r>
              <a:t>Frame the offer</a:t>
            </a:r>
          </a:p>
          <a:p>
            <a:r>
              <a:t>Test demand and delivery</a:t>
            </a:r>
          </a:p>
          <a:p>
            <a:r>
              <a:t>Learn and adapt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plore Theme">
  <a:themeElements>
    <a:clrScheme name="S&amp;D theme">
      <a:dk1>
        <a:srgbClr val="000000"/>
      </a:dk1>
      <a:lt1>
        <a:srgbClr val="FFFFFF"/>
      </a:lt1>
      <a:dk2>
        <a:srgbClr val="0058A3"/>
      </a:dk2>
      <a:lt2>
        <a:srgbClr val="F0F0F0"/>
      </a:lt2>
      <a:accent1>
        <a:srgbClr val="575757"/>
      </a:accent1>
      <a:accent2>
        <a:srgbClr val="FFDB00"/>
      </a:accent2>
      <a:accent3>
        <a:srgbClr val="575757"/>
      </a:accent3>
      <a:accent4>
        <a:srgbClr val="F54C22"/>
      </a:accent4>
      <a:accent5>
        <a:srgbClr val="FFDB00"/>
      </a:accent5>
      <a:accent6>
        <a:srgbClr val="36C336"/>
      </a:accent6>
      <a:hlink>
        <a:srgbClr val="111111"/>
      </a:hlink>
      <a:folHlink>
        <a:srgbClr val="111111"/>
      </a:folHlink>
    </a:clrScheme>
    <a:fontScheme name="Custom 1">
      <a:majorFont>
        <a:latin typeface="Noto IKEA Latin"/>
        <a:ea typeface=""/>
        <a:cs typeface=""/>
      </a:majorFont>
      <a:minorFont>
        <a:latin typeface="Noto IKEA Lat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Bef>
            <a:spcPts val="600"/>
          </a:spcBef>
          <a:defRPr sz="12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&amp;D template - 26" id="{F42FF5D7-BDCE-4B45-AA72-C3A5CAD42608}" vid="{53B6FF3B-E6E4-7941-B36B-2EAECCCA3C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0F380887DCA4E9C34AEDC93E3EA68" ma:contentTypeVersion="10" ma:contentTypeDescription="Create a new document." ma:contentTypeScope="" ma:versionID="26aefa60ff6c1af59eaa8c3338204f11">
  <xsd:schema xmlns:xsd="http://www.w3.org/2001/XMLSchema" xmlns:xs="http://www.w3.org/2001/XMLSchema" xmlns:p="http://schemas.microsoft.com/office/2006/metadata/properties" xmlns:ns2="5f03b508-1b61-4924-b488-ebfb65e29bc2" targetNamespace="http://schemas.microsoft.com/office/2006/metadata/properties" ma:root="true" ma:fieldsID="2bd488f3fc4df60b292b897b9cf488f9" ns2:_="">
    <xsd:import namespace="5f03b508-1b61-4924-b488-ebfb65e29b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3b508-1b61-4924-b488-ebfb65e29b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4E054-00C6-417F-9756-651D63BA3CCC}">
  <ds:schemaRefs>
    <ds:schemaRef ds:uri="5f03b508-1b61-4924-b488-ebfb65e29b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873B2D4-5B5F-469D-A1E7-04E8BB67A20F}">
  <ds:schemaRefs>
    <ds:schemaRef ds:uri="5f03b508-1b61-4924-b488-ebfb65e29bc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23117A-2899-4EF6-BFBD-936145C7B6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92d9f05-d449-4457-acdb-7d30940c7cbe}" enabled="1" method="Privileged" siteId="{720b637a-655a-40cf-816a-f22f40755c2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53</Slides>
  <Notes>1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Xplore Theme</vt:lpstr>
      <vt:lpstr>Overall comms approach</vt:lpstr>
      <vt:lpstr>About this document</vt:lpstr>
      <vt:lpstr>Example S&amp;D presentation flow</vt:lpstr>
      <vt:lpstr>Presentation Template</vt:lpstr>
      <vt:lpstr>PowerPoint Presentation</vt:lpstr>
      <vt:lpstr>Common slides</vt:lpstr>
      <vt:lpstr>PowerPoint Presentation</vt:lpstr>
      <vt:lpstr>Title slide</vt:lpstr>
      <vt:lpstr>Title slide</vt:lpstr>
      <vt:lpstr>Title slide</vt:lpstr>
      <vt:lpstr>PowerPoint Presentation</vt:lpstr>
      <vt:lpstr>PowerPoint Presentation</vt:lpstr>
      <vt:lpstr>PowerPoint Presentation</vt:lpstr>
      <vt:lpstr>Title</vt:lpstr>
      <vt:lpstr>Title</vt:lpstr>
      <vt:lpstr>PowerPoint Presentation</vt:lpstr>
      <vt:lpstr>The IKEA effect</vt:lpstr>
      <vt:lpstr>PowerPoint Presentation</vt:lpstr>
      <vt:lpstr>The IKEA effect</vt:lpstr>
      <vt:lpstr>The IKEA effect</vt:lpstr>
      <vt:lpstr>PowerPoint Presentation</vt:lpstr>
      <vt:lpstr>Image slides</vt:lpstr>
      <vt:lpstr>PowerPoint Presentation</vt:lpstr>
      <vt:lpstr>PowerPoint Presentation</vt:lpstr>
      <vt:lpstr>The IKEA effect</vt:lpstr>
      <vt:lpstr>The IKEA effect</vt:lpstr>
      <vt:lpstr>The IKEA effect</vt:lpstr>
      <vt:lpstr>People are willing to pay much more for the box they have built by themselves. </vt:lpstr>
      <vt:lpstr>The IKEA effect</vt:lpstr>
      <vt:lpstr>PowerPoint Presentation</vt:lpstr>
      <vt:lpstr>The IKEA effect</vt:lpstr>
      <vt:lpstr>PowerPoint Presentation</vt:lpstr>
      <vt:lpstr>PowerPoint Presentation</vt:lpstr>
      <vt:lpstr>PowerPoint Presentation</vt:lpstr>
      <vt:lpstr>Statement slides</vt:lpstr>
      <vt:lpstr>The IKEA effect</vt:lpstr>
      <vt:lpstr>The IKEA effect</vt:lpstr>
      <vt:lpstr>The IKEA effect</vt:lpstr>
      <vt:lpstr>The IKEA effect</vt:lpstr>
      <vt:lpstr>End-plate slides</vt:lpstr>
      <vt:lpstr>PowerPoint Presentation</vt:lpstr>
      <vt:lpstr>PowerPoint Presentation</vt:lpstr>
      <vt:lpstr>PowerPoint Presentation</vt:lpstr>
      <vt:lpstr>PowerPoint Presentation</vt:lpstr>
      <vt:lpstr>Visual assets</vt:lpstr>
      <vt:lpstr>Colors Grab the squares here to use (with moderation) the new color palette</vt:lpstr>
      <vt:lpstr>PowerPoint Presentation</vt:lpstr>
      <vt:lpstr>Typography Handwritten font for highlights</vt:lpstr>
      <vt:lpstr>S&amp;D Stickerpack</vt:lpstr>
      <vt:lpstr>Strategy &amp; development Image library</vt:lpstr>
      <vt:lpstr>Strategy &amp; development Timelines</vt:lpstr>
      <vt:lpstr>Strategy &amp; development Timelines</vt:lpstr>
      <vt:lpstr>Strategy &amp; development DNS+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Morén</dc:creator>
  <cp:revision>1</cp:revision>
  <dcterms:created xsi:type="dcterms:W3CDTF">2026-09-02T06:55:34Z</dcterms:created>
  <dcterms:modified xsi:type="dcterms:W3CDTF">2026-10-01T11:14:53Z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0x010100EF40F380887DCA4E9C34AEDC93E3EA68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Order">
    <vt:lpwstr>626900.000000000</vt:lpwstr>
  </property>
</Properties>
</file>
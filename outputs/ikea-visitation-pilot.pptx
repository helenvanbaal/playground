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Maya is the illustrative customer scenario supplied in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metrics on this slide are illustrative pilot targets, not guaranteed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visit that inspires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new IKEA store model | 3-store pilot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list is easy to bring. Finding the thing shouldn't be this hard.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People visit about three times a year, usually with a list. Visits feel long and tiring. One in three leaves without what they came for. The maze has a purpose—but now it can work against 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People come to picture life at home.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They don't just want to be sold furniture. They want to imagine how life could work in their home—and get help making it real.</a:t>
            </a:r>
          </a:p>
          <a:p/>
          <a:p>
            <a:r>
              <a:t>The best moments are simple: a room setting that sparks an idea. A co-worker who listens and helps.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PLAN</a:t>
            </a:r>
          </a:p>
          <a:p>
            <a:r>
              <a:t>Book a 45-minute home-planning session online before you visit.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EXPLORE</a:t>
            </a:r>
          </a:p>
          <a:p>
            <a:r>
              <a:t>Follow a shorter, guided path through five room inspirations matched to your plan.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TAKE HOME</a:t>
            </a:r>
          </a:p>
          <a:p>
            <a:r>
              <a:t>Pick up what you need at one point. The rest is delivered.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visit, built around you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Plan. Explore. Take home.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Maya leaves with a plan—not just a bag.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First home. Living-room photos on her phone.</a:t>
            </a:r>
          </a:p>
          <a:p>
            <a:r>
              <a:t>A planner helps her make sense of the space.</a:t>
            </a:r>
          </a:p>
          <a:p>
            <a:r>
              <a:t>Three room settings bring the options to life.</a:t>
            </a:r>
          </a:p>
          <a:p>
            <a:r>
              <a:t>Ninety minutes later, Maya leaves with a plan—and a delivery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Visit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Visitors book a session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Basket size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-30%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20%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+10%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Illustrative pilot targets • NPS +8 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 6-month pilot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MONTH 1  Train co-workers</a:t>
            </a:r>
          </a:p>
          <a:p>
            <a:r>
              <a:t>MONTHS 2–3  Soft launch</a:t>
            </a:r>
          </a:p>
          <a:p>
            <a:r>
              <a:t>MONTHS 4–6  Full pilot and measure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PEOPLE</a:t>
            </a:r>
          </a:p>
          <a:p>
            <a:r>
              <a:t>Store manager sponsors</a:t>
            </a:r>
          </a:p>
          <a:p>
            <a:r>
              <a:t>12 trained home-planning co-workers per store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TOOL</a:t>
            </a:r>
          </a:p>
          <a:p>
            <a:r>
              <a:t>A booking tool in the IKEA app for visitors to reserve a planning session.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 a 3-store pilot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Let's make visiting IKEA the best part of making a home.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 3-store pilot proposal.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